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b0cc4e9b04d36" /><Relationship Type="http://schemas.openxmlformats.org/officeDocument/2006/relationships/extended-properties" Target="/docProps/app.xml" Id="R98e5b133352b4df9" /><Relationship Type="http://schemas.openxmlformats.org/officeDocument/2006/relationships/officeDocument" Target="/ppt/presentation.xml" Id="Ra4d23341cfb6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74b279d40e45c1"/>
  </p:sldMasterIdLst>
  <p:notesMasterIdLst>
    <p:notesMasterId xmlns:r="http://schemas.openxmlformats.org/officeDocument/2006/relationships" r:id="Rab91e36b34b74469"/>
  </p:notesMasterIdLst>
  <p:sldIdLst>
    <p:sldId xmlns:r="http://schemas.openxmlformats.org/officeDocument/2006/relationships" id="256" r:id="R69a998a449524504"/>
    <p:sldId xmlns:r="http://schemas.openxmlformats.org/officeDocument/2006/relationships" id="257" r:id="R9dc7e682324a492e"/>
    <p:sldId xmlns:r="http://schemas.openxmlformats.org/officeDocument/2006/relationships" id="258" r:id="R87088d7486fc497d"/>
    <p:sldId xmlns:r="http://schemas.openxmlformats.org/officeDocument/2006/relationships" id="259" r:id="R4854677d73e2400d"/>
    <p:sldId xmlns:r="http://schemas.openxmlformats.org/officeDocument/2006/relationships" id="260" r:id="R613fd7aa8f0548b6"/>
    <p:sldId xmlns:r="http://schemas.openxmlformats.org/officeDocument/2006/relationships" id="261" r:id="R01730aca25d04007"/>
    <p:sldId xmlns:r="http://schemas.openxmlformats.org/officeDocument/2006/relationships" id="262" r:id="Re1b8e2ef6e1d4d82"/>
    <p:sldId xmlns:r="http://schemas.openxmlformats.org/officeDocument/2006/relationships" id="263" r:id="Reb63e0a500cd441e"/>
    <p:sldId xmlns:r="http://schemas.openxmlformats.org/officeDocument/2006/relationships" id="264" r:id="Rb7a015c7bfec4982"/>
    <p:sldId xmlns:r="http://schemas.openxmlformats.org/officeDocument/2006/relationships" id="265" r:id="Ree6c0b4fc16743e8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aff2928d924e14" /><Relationship Type="http://schemas.openxmlformats.org/officeDocument/2006/relationships/slideMaster" Target="/ppt/slideMasters/slideMaster1.xml" Id="Reb74b279d40e45c1" /><Relationship Type="http://schemas.openxmlformats.org/officeDocument/2006/relationships/notesMaster" Target="/ppt/notesMasters/notesMaster1.xml" Id="Rab91e36b34b74469" /><Relationship Type="http://schemas.openxmlformats.org/officeDocument/2006/relationships/presProps" Target="/ppt/presProps.xml" Id="Ra93f52c151a64d18" /><Relationship Type="http://schemas.openxmlformats.org/officeDocument/2006/relationships/tableStyles" Target="/ppt/tableStyles.xml" Id="Rd40ccd0c61e84256" /><Relationship Type="http://schemas.openxmlformats.org/officeDocument/2006/relationships/slide" Target="/ppt/slides/slide1.xml" Id="R69a998a449524504" /><Relationship Type="http://schemas.openxmlformats.org/officeDocument/2006/relationships/slide" Target="/ppt/slides/slide2.xml" Id="R9dc7e682324a492e" /><Relationship Type="http://schemas.openxmlformats.org/officeDocument/2006/relationships/slide" Target="/ppt/slides/slide3.xml" Id="R87088d7486fc497d" /><Relationship Type="http://schemas.openxmlformats.org/officeDocument/2006/relationships/slide" Target="/ppt/slides/slide4.xml" Id="R4854677d73e2400d" /><Relationship Type="http://schemas.openxmlformats.org/officeDocument/2006/relationships/slide" Target="/ppt/slides/slide5.xml" Id="R613fd7aa8f0548b6" /><Relationship Type="http://schemas.openxmlformats.org/officeDocument/2006/relationships/slide" Target="/ppt/slides/slide6.xml" Id="R01730aca25d04007" /><Relationship Type="http://schemas.openxmlformats.org/officeDocument/2006/relationships/slide" Target="/ppt/slides/slide7.xml" Id="Re1b8e2ef6e1d4d82" /><Relationship Type="http://schemas.openxmlformats.org/officeDocument/2006/relationships/slide" Target="/ppt/slides/slide8.xml" Id="Reb63e0a500cd441e" /><Relationship Type="http://schemas.openxmlformats.org/officeDocument/2006/relationships/slide" Target="/ppt/slides/slide9.xml" Id="Rb7a015c7bfec4982" /><Relationship Type="http://schemas.openxmlformats.org/officeDocument/2006/relationships/slide" Target="/ppt/slides/slide10.xml" Id="Ree6c0b4fc167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6835de973f45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5af7cd6f674864" /><Relationship Type="http://schemas.openxmlformats.org/officeDocument/2006/relationships/notesMaster" Target="/ppt/notesMasters/notesMaster1.xml" Id="Rba4adda5409846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4dfaea52b4024" /><Relationship Type="http://schemas.openxmlformats.org/officeDocument/2006/relationships/notesMaster" Target="/ppt/notesMasters/notesMaster1.xml" Id="Rb73533285f76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02215588e41aa" /><Relationship Type="http://schemas.openxmlformats.org/officeDocument/2006/relationships/notesMaster" Target="/ppt/notesMasters/notesMaster1.xml" Id="Rc72d82ef6a5b47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40d32664eb41ae" /><Relationship Type="http://schemas.openxmlformats.org/officeDocument/2006/relationships/notesMaster" Target="/ppt/notesMasters/notesMaster1.xml" Id="Rd786f8b8e49b41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4a40b8ee764a59" /><Relationship Type="http://schemas.openxmlformats.org/officeDocument/2006/relationships/notesMaster" Target="/ppt/notesMasters/notesMaster1.xml" Id="R8b483d5f775348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b7251dac3d4863" /><Relationship Type="http://schemas.openxmlformats.org/officeDocument/2006/relationships/notesMaster" Target="/ppt/notesMasters/notesMaster1.xml" Id="R37ea827c900d48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75493c444e4f5d" /><Relationship Type="http://schemas.openxmlformats.org/officeDocument/2006/relationships/notesMaster" Target="/ppt/notesMasters/notesMaster1.xml" Id="Ra6819d15c4424f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a60a82ee564255" /><Relationship Type="http://schemas.openxmlformats.org/officeDocument/2006/relationships/notesMaster" Target="/ppt/notesMasters/notesMaster1.xml" Id="R8e01012fb04f4e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2bebbc33654091" /><Relationship Type="http://schemas.openxmlformats.org/officeDocument/2006/relationships/notesMaster" Target="/ppt/notesMasters/notesMaster1.xml" Id="R038c2ea7d6ed45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14bb35dbfb4cfa" /><Relationship Type="http://schemas.openxmlformats.org/officeDocument/2006/relationships/notesMaster" Target="/ppt/notesMasters/notesMaster1.xml" Id="R0d664b062ef0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2026\docs\team\REQUIREMENTS_REVIEW_CHECKLIST.md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a35d664864c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ac7c97ef834eb3" /><Relationship Type="http://schemas.openxmlformats.org/officeDocument/2006/relationships/slideLayout" Target="/ppt/slideLayouts/slideLayout1.xml" Id="Rb649858eea4d43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9858eea4d43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8b6a1ff324adb" /><Relationship Type="http://schemas.openxmlformats.org/officeDocument/2006/relationships/notesSlide" Target="/ppt/notesSlides/notesSlide1.xml" Id="R7bf502e7ff3f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7af3b3d6343ee" /><Relationship Type="http://schemas.openxmlformats.org/officeDocument/2006/relationships/notesSlide" Target="/ppt/notesSlides/notesSlide2.xml" Id="R4d4dd09269da44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4d60a35df4cc9" /><Relationship Type="http://schemas.openxmlformats.org/officeDocument/2006/relationships/notesSlide" Target="/ppt/notesSlides/notesSlide3.xml" Id="R2e1eec8a3936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706b54d2846d4" /><Relationship Type="http://schemas.openxmlformats.org/officeDocument/2006/relationships/notesSlide" Target="/ppt/notesSlides/notesSlide4.xml" Id="R43f1160438344e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57cdc8fff4d36" /><Relationship Type="http://schemas.openxmlformats.org/officeDocument/2006/relationships/notesSlide" Target="/ppt/notesSlides/notesSlide5.xml" Id="R9e5cd083153046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9941d365e4cbc" /><Relationship Type="http://schemas.openxmlformats.org/officeDocument/2006/relationships/notesSlide" Target="/ppt/notesSlides/notesSlide6.xml" Id="Rd9aa48a7586a4c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72f2251d94f80" /><Relationship Type="http://schemas.openxmlformats.org/officeDocument/2006/relationships/notesSlide" Target="/ppt/notesSlides/notesSlide7.xml" Id="Ra0ba3dfe448a45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3fe06b3c14883" /><Relationship Type="http://schemas.openxmlformats.org/officeDocument/2006/relationships/notesSlide" Target="/ppt/notesSlides/notesSlide8.xml" Id="R5c4088fcd37e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7958cc1464371" /><Relationship Type="http://schemas.openxmlformats.org/officeDocument/2006/relationships/notesSlide" Target="/ppt/notesSlides/notesSlide9.xml" Id="R72e82e516d4045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cf15e0e9d4e13" /><Relationship Type="http://schemas.openxmlformats.org/officeDocument/2006/relationships/notesSlide" Target="/ppt/notesSlides/notesSlide10.xml" Id="R32a5c999b2144b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F5E5E-5AAC-42EA-B68E-36D4BE4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DDC23-3A90-4930-BBD5-3D89AD7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6A6AB-5653-4C24-9748-6F4C002D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フロントエンド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要件レビュー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5AE67-F50B-46D7-A262-6BF755B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スマホで15分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見るところだけを確認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4C9C7-40B5-4F2B-ACFC-1A4B2E8A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5867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85861-1CBC-4684-AA9D-214D2AF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使い方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CF540-22FC-4A47-AE9F-55C127A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05650"/>
            <a:ext cx="5105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1  3〜5ページの15項目を確認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2  相違があれば項目番号を記録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3  最後に承認・修正・保留を選ぶ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67AA9-3C9A-4ECA-ABA3-E7E16DC5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393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バックエンド詳細は確認不要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DE0CA-DD15-4058-B79F-98CE7139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10800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優先：画面・入力・出力・状態・安全表現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366DE-58C2-44C9-9EE9-20D53D17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DFED9-895E-46A7-974B-982692E8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A9ADA-879F-4756-976F-049018C9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2047796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5BB05-F339-47BE-A682-FC2B1190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8A7AA-A71A-42DD-9AF3-3335D13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合意するのは、画面に現れる3本柱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30E88-64A7-4B5F-897C-C0CBA9D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93743-5DC8-4078-B27D-2FDF0587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AC65-A81A-4460-A5F6-DB4AEF6A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主対象：家庭で保護者と一緒に使う3〜6歳児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26A28-3828-456B-A3E9-B3189BFC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594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AC2A-8F09-41B7-A5BF-5FF2E437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D7DB8-7CF0-41FC-880C-31DB2AB7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声で伝える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64DA9-1A76-42B2-BF46-E01451C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大きなマイクをタップし、話した内容を確認して送る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ED98C-8D10-49E9-BC4E-BAEB024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594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57420-A1B7-4A77-B3AB-2BF5B38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398BF-D2F4-4FF8-8EDB-3A420506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特別な動画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4B1A3-0AC8-4C5D-83EA-73FD370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特別な出来事には、5〜8秒のAIビデオメッセージ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E048E-AA0B-4A99-BB98-65872F4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91400"/>
            <a:ext cx="59436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0855F-9EB8-48A8-B11A-3E2DFC1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39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75798-AAEF-411F-8107-F5647F93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81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安全につなぐ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B244F-CC5E-4CFE-9C08-DF04E04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296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深刻・危険な発言では動画を作らず、大人へ案内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EF5A0-BE0C-47B3-A36E-1C4795E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134600"/>
            <a:ext cx="5943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ADCDF-10CD-44AD-A730-224565A7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441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本物の母親のリアルタイム会話ではない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7D580-CEAD-4EA6-9E71-DDE0E72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7D5A3-7DFC-4409-AF28-A917CE0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A4FE7-DCAC-4206-860C-4723E3A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958992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31CE7-5FEE-4BD8-85CD-78F13E3E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7894D-3391-4F98-B733-300BEBC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入力までの体験を確認する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10C32-CF60-4522-BB12-C039721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B044C-B852-42B4-8724-45F74146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6D394-AE43-429E-8F7A-A6E4B3FB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88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709F0-E6D9-452A-ADFA-BB768E05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R-01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5BD3B-BC45-4DE4-8AFE-40AFDE7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声で伝えると、まず温かいテキスト返信が返る。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E5AF6-C3E2-43EE-B1A6-31F03C3D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73E1A-F6F6-49AC-8D06-018823AD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8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4E1C7-0405-42CF-BCBD-AD7415DA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R-02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90AF7-3CCE-480A-AFCA-97860431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特別な出来事には5〜8秒のAI動画が届く。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3FA4C-F556-4937-B68E-14671CB5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50C0E-4602-4761-A31E-70B69C74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88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12C39-D727-4CD6-BCF3-08D9DC5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95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R-03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ECFB4-B031-4082-9D1B-DE6CC65F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579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深刻・危険な発言では動画を作らず、大人へ案内する。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56931-D43E-49EE-AADD-D41FE95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6CC96-F09A-475F-98CA-30961404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88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7E5A1-BD02-493E-A8DA-47DF01AA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3723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R-04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88A15-FAD7-4FB5-B15B-4F349CB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343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大きなマイクをタップして開始し、再タップで停止できる。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C97B2-90DA-456C-AB82-69304BD2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154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D60D1-8724-41A8-A9D9-1C2A0940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688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9294B-BF00-4DCE-B3CF-807B19C0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048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R-05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155CB-CB37-472F-AF9B-565EA899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4107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録音中・認識中・確認・送信中の状態が短い表示で分かる。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2284A-C7FD-4900-8003-1F1F9B87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C23DD-DD21-469F-AF84-D35CF3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0FCC1-7A79-47AB-98B6-64E836F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363972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51763-24A7-4DAF-B7FF-B8268B27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CEF99-1982-4EE9-958A-9679651B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画面遷移と出力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53ADD-5391-42E8-9188-B0BA01CB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F1C71-25B8-414B-9EBF-551CB984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4B76E-27E9-454C-ADB2-0AB46F9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9B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2747E-D53D-40B2-AE9E-63EF6394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R-06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C0B39-5804-4118-AE5A-DFB99703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認識した文を確認し、『おくる』『もういちど』を選べる。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0E04F-AB23-43ED-9655-997606C9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7D9BB-76FB-4C0E-9E43-11B5A59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9B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4C773-3D7F-4898-95F7-578DF77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R-07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4AAA-1ADA-45FE-BCB5-73795D8C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録音 → 内容確認 → 即時返信 → 動画準備中 → 動画再生へ進む。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5B776-EC64-4171-95EA-1D053515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E4545-300F-4BB6-88E8-D3A6F2C9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9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EA9D2-E2BD-4843-AE30-B9936662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95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R-08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AE905-4862-497A-8EAC-BABB67E4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579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通常会話は即時返信だけで完了し、動画待機へ進まない。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5F8DB-0E6A-4AB7-ABDF-3EFBD707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86AD1-EA38-4158-B878-4873B4A5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9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BBA12-B0D1-496F-8BBC-6D55845F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3723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R-09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42897-E6B5-4540-9395-B474071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343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動画準備中は、何を待っているのか子どもに分かる。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9FC3D-F9E3-41C5-A270-328679C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154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62A0E-0F49-4A8E-8937-BAC6D4A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9B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CBE1D-983C-4C9E-8AF0-50D99288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048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R-10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BF676-4447-42A8-B2E6-7264EA15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4107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動画・短い文・再生・もう一度見る・次の入力が確認できる。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88825E-A2B8-4429-8C6A-EBFB82C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224ABA-1272-40AB-A48E-18A04598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34B6D-7BD4-4EE1-B856-FA5E85F9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545525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0FEE4-B850-4B08-A99B-700592E1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24E14-CF58-4309-982E-EEABD2B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失敗・安全・スマホ表示を確認する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10E24-9360-4813-9331-79441F8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B3E4D-86A5-48FC-8567-752033DB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652A7-82CF-4275-AF12-E995F8D2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4B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CDA4F-DD4C-42B8-84B1-248212B4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R-11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2DC72-493B-4CB8-A720-2CA4BAE9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動画失敗時は固定動画またはテキストへ切り替わる。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17A11-5CF9-4DFA-AF35-B9DA285D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F69F2-1604-4900-9D30-A9CBBEC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4B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E4E88-62C5-47AA-9CA5-0750421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R-12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1E3E5-308A-4DF6-9AEE-C92274AE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AI生成と保護者同意済み素材の利用を明示する。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B5EB6-E38C-42E5-84D4-48C5DC9F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9EA47-E90D-46B8-B71F-CB77E493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4B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BE347-B8CE-46EF-ABAD-335C1580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95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R-13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78830-BD65-4BC7-8358-947D1E14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579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安全案内は通常返信と見分けられ、相談相手が分かる。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E69B3-22D4-493D-B374-AF43FDBC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6B5D4-5B46-4E14-9AB4-05C75AD3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4B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C5BC5-42F9-469B-BB32-1E6E7A8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3723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R-14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F0328-DCC7-42D3-BA3A-230AD054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343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スマホ縦向きで、文字・入力・ボタン・動画が重ならない。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3FF67-A9BD-4808-8AFB-A95B24EA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154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13B8D-C0BB-4FA8-B31E-47873BA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F4B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FBD15-C0C7-4FD3-B7D0-B1AACD95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048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R-15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BEA48-8CE1-4A18-B5B2-47C9FD55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4107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成功・安全・動画失敗の3例を同じUIで再現できる。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7BB26-F22A-4B59-AC19-FC8E969B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AC93C-D302-47B8-88D6-C55F375C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C4F0D-0C49-48AF-800E-12391D3A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966891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5968A-D619-4413-B775-41F29F2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B2702-66BE-4827-8E9F-82862BF4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音声入力は、タップだけで完了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BD761-A75E-44C0-AA28-37170586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17E2A-BD47-44E7-810C-95DAEB2F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1B0F3-7880-4012-895B-3EFC909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43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5A7BE-3F41-4A0F-9158-EA1B2E19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認識された内容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1F97A-639A-414D-A8B9-B53C4178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295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ママ、きょうブロックで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おうちをつくったよ！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7B34C-7FA5-4CB0-8B37-595C5CA3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開始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363A3-1891-49B6-A485-A778B5B9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大きなマイクを1回タップ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5F7E6-5598-40EC-A6E2-3DE9D753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5D02E-E662-422F-95CD-46DB85A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録音中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CAFBF-F544-4D87-A272-65CDE5C7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191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波形・経過時間・『きいているよ』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CCD5F-FC2D-49AB-9D90-4E8FE6E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961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B7AC9-8E04-4D6C-B5F5-E2E50980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771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停止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161AE-2DE4-45A8-A7E2-36FB27B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258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マイクをもう一度タップ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D87C9-FE4B-4248-86F9-7BA0D986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629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B7979-937C-4E00-A6AC-BA03B65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439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46586-F222-4136-98E0-D2013030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8324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『おくる』『もういちど』を選ぶ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9A4EB-2AAB-479A-B60B-16C74E76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AEA8EA-5858-46DF-BF8E-AD758B0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1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失敗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34482-565A-4C6A-AD02-0445289A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391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権限・認識エラーは再試行を案内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BCE5A-6C9E-4BCD-921A-FF115BAB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CB2F8-80E0-4324-913F-A75BF88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9641B-4E08-403F-A4A1-DFB0250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309755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076A9B-B0E7-4C55-9601-5920D31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6395-CF8E-4164-A592-202C87D4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5つの状態を色と言葉で分ける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B6D17-C98C-45C7-9D17-CBA33E9E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F8688-2B44-4511-816D-BFA586C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67795-5BEF-4D45-95A1-9BD4B13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90FE3-C1FA-4324-AA96-A330FAB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0994B-989D-4C9B-BB77-1C7D7333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すごいね！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357D9-5ED6-4801-9B7E-1D53372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動画を待たず、まず短いテキストを表示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72840-E611-49F9-B6B1-C2B3FCB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09587-4E84-4C85-89B9-F95255C0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準備中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73198-D724-4C15-A68A-95961719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メッセージを準備しているよ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B37F2-AAC0-42DA-9710-BD4355EF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固まったように見せず、待つ理由を表示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66619-E4EC-4E48-8BFB-AFABC6B6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A5B91-F6D6-4D0D-BA89-5160EAA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0D160-820A-4853-B1B5-D65952E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動画を見る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355E9-CFBA-4B78-954A-20FD8E9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再生・一時停止・もう一度見る・次の入力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421E0-5E12-4C4C-9BF2-D1853EC0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15150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45E64-0506-4A2F-9257-6BAAD4DF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91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フォールバック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7283D-3A90-4F7E-A7A1-3EFB6D2C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152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メッセージを届けるね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D8727-BD65-4B3B-9265-D17CCAEB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343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固定動画、それも不可ならテキストへ切り替え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74089-B4E3-4452-AF03-B72D715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39150"/>
            <a:ext cx="114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84A16-68EA-4B55-8D3F-78FA6C3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1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安全対応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C0390-2249-4040-ABA1-33354E60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392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近くの大人に相談してね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103B6-B80C-4027-8A8B-6EE2188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2583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動画を作らず、保護者・先生などへ案内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2B704-9CE5-414E-8FDC-02A61A14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0"/>
            <a:ext cx="5943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E52B7-5766-4ACF-B206-8A98FDB1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0605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子ども向け画面にはエラーコードを出さない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07809-6F57-4B22-B5AD-650730C2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67E54-A3CA-4FD6-BAD9-3B0A1992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D6A87-CAD9-4E61-B200-05BAE7D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659820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501074-A8F3-44D7-A5D7-0968A55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BE7CD-5CA6-479C-B31A-92231FE3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裏側は3分岐だけ確認する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41294-4E0D-466B-918F-99FD31D4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8063F-A5B4-4D80-882C-D4A36AC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2160F-56A0-4C37-B5F3-09A8050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4191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516C3-AC59-4A42-8E82-BBF3BC80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87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1417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28C2-4728-4242-AF62-A713D83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812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E47D6-83B6-4FAD-B9DF-1441F7D0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62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声を録音・文字に変換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8A143-42CC-4FF8-9D8B-490EA662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10100"/>
            <a:ext cx="419100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5DB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53BA2-6208-4803-BCBC-772343DE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487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688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69F53-DC1B-4447-8EDD-FEF3CC43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067CC-2803-4E02-8C22-B04582F9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147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内容を確認して送信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D7356-BF68-4970-B114-AF77E82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4876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29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4406E-41CE-4B11-AB3C-782E8B7B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B787C-FE51-4C01-8028-3F43AD4B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673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OrcaRouterが判断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C454C-D5CD-4CE4-AE0A-406B087C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判断後の3つの行き先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14E62-BA51-4C3F-90D9-CB1A9984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62800"/>
            <a:ext cx="594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6E609-D4B7-4510-86D4-5564E5B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104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通常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A4D14-3692-4EBA-A3CA-38EF8FB3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3914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即時返信で完了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A0DE3-F2DC-4307-897B-35FC7ED4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67700"/>
            <a:ext cx="594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65370-1694-4856-A12E-21D48383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153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特別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3644C-0757-4A59-B686-9F9EAFB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4963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動画を準備・再生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41AF1-191A-4CCC-A04C-85AD312F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72600"/>
            <a:ext cx="594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AF1B3-A06E-44E2-9F76-5A46BA0C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F4B4B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F4B4B"/>
                </a:solidFill>
                <a:latin typeface="Yu Gothic"/>
                <a:ea typeface="Yu Gothic"/>
                <a:cs typeface="Yu Gothic"/>
              </a:rPr>
              <a:t>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4DC0D-4756-4B4F-9B59-4E37AAB9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012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大人への相談案内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8B702-CC5D-40F6-A85C-4A4E161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29900"/>
            <a:ext cx="594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APIキーや素材はスマホ画面に出さない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5BDF8-538B-4DF5-AA73-0AF4EDCE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4961B-5F50-4519-9876-5100A79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F1FB7-3526-4E5D-AB79-5D029E6D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80362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AABA0-1F88-4EBD-8F69-59CD9DE5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3406D-9577-46F0-B6B5-B5829C07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実装前に、この3点を確認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C0CB0-43BF-424B-A15D-C76C378D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E3105-8DA1-42A2-88C9-EBA8992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95424-A857-4871-9E88-CFA5743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5943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50AA-9BB9-41B0-BB81-86666F6B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Q-1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90D64-AFED-46DB-9BA4-B5302AB1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動画の見せ方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3BB75-6466-4391-98D5-5B0887AC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推奨：生成API + 固定動画を常備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CF89A-EFCE-4A19-BC7F-D6F1BF74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943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B597F-549A-480D-9217-DBD0EABA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Q-2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D5EA9-18AE-4B0A-A65F-4E194D9E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音声入力の操作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7483F-05A5-40E4-9ACE-94D6DB72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推奨：タップ開始・再タップ停止・文を確認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45918-FE3F-455D-8C77-B78E90A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43800"/>
            <a:ext cx="5943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1A1AD-8DF9-4F0E-92F0-4AEF129E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91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Q-3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F6C7C-F1A3-4745-AFEC-251467F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105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E29A00"/>
                </a:solidFill>
                <a:latin typeface="Yu Gothic"/>
                <a:ea typeface="Yu Gothic"/>
                <a:cs typeface="Yu Gothic"/>
              </a:rPr>
              <a:t>保護者ログ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00A10-4529-40A6-BA39-9C6E4D35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820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推奨：本格画面ではなく簡易確認パネル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9E599-809A-456B-B63B-A107ABBF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25100"/>
            <a:ext cx="5943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3C24E-C2F1-42C3-A695-BEDDF025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060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変更する場合は Q番号と代案を回答欄へ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5A9F5-DE3D-490F-BF45-3008A2E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6FEC8-EA22-4A38-AD5B-5A4E110F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38B51-DF34-400A-BFAB-0FADE43E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663309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AB735-0A96-401C-A385-F1A106BE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AI HACK 2026 / FRONTEND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D3587-5851-484F-8353-B81BA1D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94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二人の回答をここに集める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5F25-4343-44F1-8EA7-B0FF1F24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4262D-439E-4F11-BC19-D68A803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DF703-FBB3-4B5F-9CBA-0B6207B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レビュアーA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58080-8064-46E3-95D2-C0FB6FB7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体験・安全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47ACA-C6BC-45EA-9FA3-DB1C8A3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□ 承認　　□ 修正　　□ 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3E6E8-67E7-4808-9546-003A82DA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項目ID：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C40CF-54E4-4F44-98B0-6173B6F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D0D79-EE67-41A0-9F23-503B0F4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修正案・コメント：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5C510-95B4-4A66-B700-FDC6C1B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04CBB-124B-4769-A8C4-AC07AEB3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6352A-D199-4D2F-A0F6-B332A81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688F5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3688F5"/>
                </a:solidFill>
                <a:latin typeface="Yu Gothic"/>
                <a:ea typeface="Yu Gothic"/>
                <a:cs typeface="Yu Gothic"/>
              </a:rPr>
              <a:t>レビュアーB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6C9A0-AE24-4822-822B-4C95168D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9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伝達・提出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D884D-CD3E-48E3-9624-7E701B57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43750"/>
            <a:ext cx="594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171A"/>
                </a:solidFill>
                <a:latin typeface="Yu Gothic"/>
                <a:ea typeface="Yu Gothic"/>
                <a:cs typeface="Yu Gothic"/>
              </a:rPr>
              <a:t>□ 承認　　□ 修正　　□ 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5DD53-11A3-4A06-8093-D4C2C0C0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6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項目ID：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F5667-88B7-4E1C-9B75-094157E9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153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1BB88-A190-493C-B575-25247F68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3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修正案・コメント：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E8552-F1E5-4C63-B55F-283A1041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868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AC80F-8F3B-493A-AC7C-68167935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821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77864-1E7A-420E-A2FB-BD5C8DFA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0"/>
            <a:ext cx="5943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4D345-72A6-4067-B306-AA5ED38D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48950"/>
            <a:ext cx="548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69B6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69B68"/>
                </a:solidFill>
                <a:latin typeface="Yu Gothic"/>
                <a:ea typeface="Yu Gothic"/>
                <a:cs typeface="Yu Gothic"/>
              </a:rPr>
              <a:t>二人の回答後、主担当が実装仕様を確定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2699A-9E24-40D6-9E72-A6629DF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01450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B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9298A-10CF-41EE-BDE0-AC3B3F60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53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フロントエンド要件レビュー / 2026-08-13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4311A-43A2-482C-A44B-C83B012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7538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252915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2026-08-13T10:05:35.1300000Z</dcterms:created>
  <dcterms:modified xsi:type="dcterms:W3CDTF">2026-08-13T10:05:35.1300000Z</dcterms:modified>
</coreProperties>
</file>