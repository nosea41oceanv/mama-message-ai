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2ed80058e14e2e" /><Relationship Type="http://schemas.openxmlformats.org/officeDocument/2006/relationships/extended-properties" Target="/docProps/app.xml" Id="R081479ad7d5143ed" /><Relationship Type="http://schemas.openxmlformats.org/officeDocument/2006/relationships/officeDocument" Target="/ppt/presentation.xml" Id="Rb8cad469e4b74d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380b79da5d4898"/>
  </p:sldMasterIdLst>
  <p:notesMasterIdLst>
    <p:notesMasterId xmlns:r="http://schemas.openxmlformats.org/officeDocument/2006/relationships" r:id="R5e0b8a543e6d4511"/>
  </p:notesMasterIdLst>
  <p:sldIdLst>
    <p:sldId xmlns:r="http://schemas.openxmlformats.org/officeDocument/2006/relationships" id="256" r:id="Rf5c1cab66a874a24"/>
    <p:sldId xmlns:r="http://schemas.openxmlformats.org/officeDocument/2006/relationships" id="257" r:id="R0b309ddcc37143c8"/>
    <p:sldId xmlns:r="http://schemas.openxmlformats.org/officeDocument/2006/relationships" id="258" r:id="R48aafa6415494aa8"/>
    <p:sldId xmlns:r="http://schemas.openxmlformats.org/officeDocument/2006/relationships" id="259" r:id="Rb091534109d248c7"/>
    <p:sldId xmlns:r="http://schemas.openxmlformats.org/officeDocument/2006/relationships" id="260" r:id="R514eaba7f42e4621"/>
    <p:sldId xmlns:r="http://schemas.openxmlformats.org/officeDocument/2006/relationships" id="261" r:id="R0260574556a9474d"/>
    <p:sldId xmlns:r="http://schemas.openxmlformats.org/officeDocument/2006/relationships" id="262" r:id="R84336954b7234cc1"/>
    <p:sldId xmlns:r="http://schemas.openxmlformats.org/officeDocument/2006/relationships" id="263" r:id="Rcef5faf5979445a3"/>
    <p:sldId xmlns:r="http://schemas.openxmlformats.org/officeDocument/2006/relationships" id="264" r:id="Rac58771baed54324"/>
    <p:sldId xmlns:r="http://schemas.openxmlformats.org/officeDocument/2006/relationships" id="265" r:id="Re9399f9bf68d4aa6"/>
    <p:sldId xmlns:r="http://schemas.openxmlformats.org/officeDocument/2006/relationships" id="266" r:id="R8420c8962c4a4719"/>
    <p:sldId xmlns:r="http://schemas.openxmlformats.org/officeDocument/2006/relationships" id="267" r:id="R15373ab3cde94079"/>
    <p:sldId xmlns:r="http://schemas.openxmlformats.org/officeDocument/2006/relationships" id="268" r:id="R739e01dcca5246f3"/>
    <p:sldId xmlns:r="http://schemas.openxmlformats.org/officeDocument/2006/relationships" id="269" r:id="R531b5fdaead240ce"/>
    <p:sldId xmlns:r="http://schemas.openxmlformats.org/officeDocument/2006/relationships" id="270" r:id="Re5ed955a4fc84132"/>
  </p:sldIdLst>
  <p:sldSz cx="6858000" cy="1219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6a9e87b1d144c9" /><Relationship Type="http://schemas.openxmlformats.org/officeDocument/2006/relationships/slideMaster" Target="/ppt/slideMasters/slideMaster1.xml" Id="R29380b79da5d4898" /><Relationship Type="http://schemas.openxmlformats.org/officeDocument/2006/relationships/notesMaster" Target="/ppt/notesMasters/notesMaster1.xml" Id="R5e0b8a543e6d4511" /><Relationship Type="http://schemas.openxmlformats.org/officeDocument/2006/relationships/presProps" Target="/ppt/presProps.xml" Id="R34ca3c6932854e87" /><Relationship Type="http://schemas.openxmlformats.org/officeDocument/2006/relationships/tableStyles" Target="/ppt/tableStyles.xml" Id="R718643c996a446b0" /><Relationship Type="http://schemas.openxmlformats.org/officeDocument/2006/relationships/slide" Target="/ppt/slides/slide1.xml" Id="Rf5c1cab66a874a24" /><Relationship Type="http://schemas.openxmlformats.org/officeDocument/2006/relationships/slide" Target="/ppt/slides/slide2.xml" Id="R0b309ddcc37143c8" /><Relationship Type="http://schemas.openxmlformats.org/officeDocument/2006/relationships/slide" Target="/ppt/slides/slide3.xml" Id="R48aafa6415494aa8" /><Relationship Type="http://schemas.openxmlformats.org/officeDocument/2006/relationships/slide" Target="/ppt/slides/slide4.xml" Id="Rb091534109d248c7" /><Relationship Type="http://schemas.openxmlformats.org/officeDocument/2006/relationships/slide" Target="/ppt/slides/slide5.xml" Id="R514eaba7f42e4621" /><Relationship Type="http://schemas.openxmlformats.org/officeDocument/2006/relationships/slide" Target="/ppt/slides/slide6.xml" Id="R0260574556a9474d" /><Relationship Type="http://schemas.openxmlformats.org/officeDocument/2006/relationships/slide" Target="/ppt/slides/slide7.xml" Id="R84336954b7234cc1" /><Relationship Type="http://schemas.openxmlformats.org/officeDocument/2006/relationships/slide" Target="/ppt/slides/slide8.xml" Id="Rcef5faf5979445a3" /><Relationship Type="http://schemas.openxmlformats.org/officeDocument/2006/relationships/slide" Target="/ppt/slides/slide9.xml" Id="Rac58771baed54324" /><Relationship Type="http://schemas.openxmlformats.org/officeDocument/2006/relationships/slide" Target="/ppt/slides/slide10.xml" Id="Re9399f9bf68d4aa6" /><Relationship Type="http://schemas.openxmlformats.org/officeDocument/2006/relationships/slide" Target="/ppt/slides/slide11.xml" Id="R8420c8962c4a4719" /><Relationship Type="http://schemas.openxmlformats.org/officeDocument/2006/relationships/slide" Target="/ppt/slides/slide12.xml" Id="R15373ab3cde94079" /><Relationship Type="http://schemas.openxmlformats.org/officeDocument/2006/relationships/slide" Target="/ppt/slides/slide13.xml" Id="R739e01dcca5246f3" /><Relationship Type="http://schemas.openxmlformats.org/officeDocument/2006/relationships/slide" Target="/ppt/slides/slide14.xml" Id="R531b5fdaead240ce" /><Relationship Type="http://schemas.openxmlformats.org/officeDocument/2006/relationships/slide" Target="/ppt/slides/slide15.xml" Id="Re5ed955a4fc841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0c657771cf49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ca40da10504141" /><Relationship Type="http://schemas.openxmlformats.org/officeDocument/2006/relationships/notesMaster" Target="/ppt/notesMasters/notesMaster1.xml" Id="Rd4de6b4e210b46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f5ce909c0c4f9c" /><Relationship Type="http://schemas.openxmlformats.org/officeDocument/2006/relationships/notesMaster" Target="/ppt/notesMasters/notesMaster1.xml" Id="Rb5847015349748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719c59fae343d9" /><Relationship Type="http://schemas.openxmlformats.org/officeDocument/2006/relationships/notesMaster" Target="/ppt/notesMasters/notesMaster1.xml" Id="Rb4630b1a017146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90f9fa9ee84b94" /><Relationship Type="http://schemas.openxmlformats.org/officeDocument/2006/relationships/notesMaster" Target="/ppt/notesMasters/notesMaster1.xml" Id="R98834e996e0f47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9d5e6722ca44b4" /><Relationship Type="http://schemas.openxmlformats.org/officeDocument/2006/relationships/notesMaster" Target="/ppt/notesMasters/notesMaster1.xml" Id="R086638d8149048b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3ea2bad8b1440b1" /><Relationship Type="http://schemas.openxmlformats.org/officeDocument/2006/relationships/notesMaster" Target="/ppt/notesMasters/notesMaster1.xml" Id="Rd68d34d54622433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126e1b4000c47ce" /><Relationship Type="http://schemas.openxmlformats.org/officeDocument/2006/relationships/notesMaster" Target="/ppt/notesMasters/notesMaster1.xml" Id="R989d86020106483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cf08e4d9e8d4f97" /><Relationship Type="http://schemas.openxmlformats.org/officeDocument/2006/relationships/notesMaster" Target="/ppt/notesMasters/notesMaster1.xml" Id="Rc9be47349db641d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575bed1e55a4fe6" /><Relationship Type="http://schemas.openxmlformats.org/officeDocument/2006/relationships/notesMaster" Target="/ppt/notesMasters/notesMaster1.xml" Id="R7c000324b26244d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bf00f0d8bb941cb" /><Relationship Type="http://schemas.openxmlformats.org/officeDocument/2006/relationships/notesMaster" Target="/ppt/notesMasters/notesMaster1.xml" Id="Rf5ab8b05c1234aa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470c2bd0bb946d2" /><Relationship Type="http://schemas.openxmlformats.org/officeDocument/2006/relationships/notesMaster" Target="/ppt/notesMasters/notesMaster1.xml" Id="R2cdcf19e2dbb4d9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b6e47ea53be4e5c" /><Relationship Type="http://schemas.openxmlformats.org/officeDocument/2006/relationships/notesMaster" Target="/ppt/notesMasters/notesMaster1.xml" Id="R36236e7f20e444a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82b901fc29f47c0" /><Relationship Type="http://schemas.openxmlformats.org/officeDocument/2006/relationships/notesMaster" Target="/ppt/notesMasters/notesMaster1.xml" Id="R96ae5425d63d420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dbc7de1475f4d2b" /><Relationship Type="http://schemas.openxmlformats.org/officeDocument/2006/relationships/notesMaster" Target="/ppt/notesMasters/notesMaster1.xml" Id="R8f8b2307ebfb4ee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7acc799652e491b" /><Relationship Type="http://schemas.openxmlformats.org/officeDocument/2006/relationships/notesMaster" Target="/ppt/notesMasters/notesMaster1.xml" Id="R30e8418ae23b4d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D:\work\AI HACK 2026\docs\hackathon-build\prd.md</a:t>
            </a:r>
          </a:p>
          <a:p xmlns:a="http://schemas.openxmlformats.org/drawingml/2006/main">
            <a:r>
              <a:t>- D:\work\AI HACK 2026\docs\team\REQUIREMENTS_REVIEW_CHECKLIST.md</a:t>
            </a:r>
          </a:p>
          <a:p xmlns:a="http://schemas.openxmlformats.org/drawingml/2006/main">
            <a:r>
              <a:t>- D:\work\AI HACK 2026\docs\team\TEAM_WORKFLOW.md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D:\work\AI HACK 2026\docs\hackathon-build\prd.md</a:t>
            </a:r>
          </a:p>
          <a:p xmlns:a="http://schemas.openxmlformats.org/drawingml/2006/main">
            <a:r>
              <a:t>- D:\work\AI HACK 2026\docs\team\REQUIREMENTS_REVIEW_CHECKLIST.md</a:t>
            </a:r>
          </a:p>
          <a:p xmlns:a="http://schemas.openxmlformats.org/drawingml/2006/main">
            <a:r>
              <a:t>- D:\work\AI HACK 2026\docs\team\TEAM_WORKFLOW.md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D:\work\AI HACK 2026\docs\hackathon-build\prd.md</a:t>
            </a:r>
          </a:p>
          <a:p xmlns:a="http://schemas.openxmlformats.org/drawingml/2006/main">
            <a:r>
              <a:t>- D:\work\AI HACK 2026\docs\team\REQUIREMENTS_REVIEW_CHECKLIST.md</a:t>
            </a:r>
          </a:p>
          <a:p xmlns:a="http://schemas.openxmlformats.org/drawingml/2006/main">
            <a:r>
              <a:t>- D:\work\AI HACK 2026\docs\team\TEAM_WORKFLOW.md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D:\work\AI HACK 2026\docs\hackathon-build\prd.md</a:t>
            </a:r>
          </a:p>
          <a:p xmlns:a="http://schemas.openxmlformats.org/drawingml/2006/main">
            <a:r>
              <a:t>- D:\work\AI HACK 2026\docs\team\REQUIREMENTS_REVIEW_CHECKLIST.md</a:t>
            </a:r>
          </a:p>
          <a:p xmlns:a="http://schemas.openxmlformats.org/drawingml/2006/main">
            <a:r>
              <a:t>- D:\work\AI HACK 2026\docs\team\TEAM_WORKFLOW.md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D:\work\AI HACK 2026\docs\hackathon-build\prd.md</a:t>
            </a:r>
          </a:p>
          <a:p xmlns:a="http://schemas.openxmlformats.org/drawingml/2006/main">
            <a:r>
              <a:t>- D:\work\AI HACK 2026\docs\team\REQUIREMENTS_REVIEW_CHECKLIST.md</a:t>
            </a:r>
          </a:p>
          <a:p xmlns:a="http://schemas.openxmlformats.org/drawingml/2006/main">
            <a:r>
              <a:t>- D:\work\AI HACK 2026\docs\team\TEAM_WORKFLOW.md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D:\work\AI HACK 2026\docs\hackathon-build\prd.md</a:t>
            </a:r>
          </a:p>
          <a:p xmlns:a="http://schemas.openxmlformats.org/drawingml/2006/main">
            <a:r>
              <a:t>- D:\work\AI HACK 2026\docs\team\REQUIREMENTS_REVIEW_CHECKLIST.md</a:t>
            </a:r>
          </a:p>
          <a:p xmlns:a="http://schemas.openxmlformats.org/drawingml/2006/main">
            <a:r>
              <a:t>- D:\work\AI HACK 2026\docs\team\TEAM_WORKFLOW.md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D:\work\AI HACK 2026\docs\hackathon-build\prd.md</a:t>
            </a:r>
          </a:p>
          <a:p xmlns:a="http://schemas.openxmlformats.org/drawingml/2006/main">
            <a:r>
              <a:t>- D:\work\AI HACK 2026\docs\team\REQUIREMENTS_REVIEW_CHECKLIST.md</a:t>
            </a:r>
          </a:p>
          <a:p xmlns:a="http://schemas.openxmlformats.org/drawingml/2006/main">
            <a:r>
              <a:t>- D:\work\AI HACK 2026\docs\team\TEAM_WORKFLOW.md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D:\work\AI HACK 2026\docs\hackathon-build\prd.md</a:t>
            </a:r>
          </a:p>
          <a:p xmlns:a="http://schemas.openxmlformats.org/drawingml/2006/main">
            <a:r>
              <a:t>- D:\work\AI HACK 2026\docs\team\REQUIREMENTS_REVIEW_CHECKLIST.md</a:t>
            </a:r>
          </a:p>
          <a:p xmlns:a="http://schemas.openxmlformats.org/drawingml/2006/main">
            <a:r>
              <a:t>- D:\work\AI HACK 2026\docs\team\TEAM_WORKFLOW.md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D:\work\AI HACK 2026\docs\hackathon-build\prd.md</a:t>
            </a:r>
          </a:p>
          <a:p xmlns:a="http://schemas.openxmlformats.org/drawingml/2006/main">
            <a:r>
              <a:t>- D:\work\AI HACK 2026\docs\team\REQUIREMENTS_REVIEW_CHECKLIST.md</a:t>
            </a:r>
          </a:p>
          <a:p xmlns:a="http://schemas.openxmlformats.org/drawingml/2006/main">
            <a:r>
              <a:t>- D:\work\AI HACK 2026\docs\team\TEAM_WORKFLOW.md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D:\work\AI HACK 2026\docs\hackathon-build\prd.md</a:t>
            </a:r>
          </a:p>
          <a:p xmlns:a="http://schemas.openxmlformats.org/drawingml/2006/main">
            <a:r>
              <a:t>- D:\work\AI HACK 2026\docs\team\REQUIREMENTS_REVIEW_CHECKLIST.md</a:t>
            </a:r>
          </a:p>
          <a:p xmlns:a="http://schemas.openxmlformats.org/drawingml/2006/main">
            <a:r>
              <a:t>- D:\work\AI HACK 2026\docs\team\TEAM_WORKFLOW.md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D:\work\AI HACK 2026\docs\hackathon-build\prd.md</a:t>
            </a:r>
          </a:p>
          <a:p xmlns:a="http://schemas.openxmlformats.org/drawingml/2006/main">
            <a:r>
              <a:t>- D:\work\AI HACK 2026\docs\team\REQUIREMENTS_REVIEW_CHECKLIST.md</a:t>
            </a:r>
          </a:p>
          <a:p xmlns:a="http://schemas.openxmlformats.org/drawingml/2006/main">
            <a:r>
              <a:t>- D:\work\AI HACK 2026\docs\team\TEAM_WORKFLOW.md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D:\work\AI HACK 2026\docs\hackathon-build\prd.md</a:t>
            </a:r>
          </a:p>
          <a:p xmlns:a="http://schemas.openxmlformats.org/drawingml/2006/main">
            <a:r>
              <a:t>- D:\work\AI HACK 2026\docs\team\REQUIREMENTS_REVIEW_CHECKLIST.md</a:t>
            </a:r>
          </a:p>
          <a:p xmlns:a="http://schemas.openxmlformats.org/drawingml/2006/main">
            <a:r>
              <a:t>- D:\work\AI HACK 2026\docs\team\TEAM_WORKFLOW.md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D:\work\AI HACK 2026\docs\hackathon-build\prd.md</a:t>
            </a:r>
          </a:p>
          <a:p xmlns:a="http://schemas.openxmlformats.org/drawingml/2006/main">
            <a:r>
              <a:t>- D:\work\AI HACK 2026\docs\team\REQUIREMENTS_REVIEW_CHECKLIST.md</a:t>
            </a:r>
          </a:p>
          <a:p xmlns:a="http://schemas.openxmlformats.org/drawingml/2006/main">
            <a:r>
              <a:t>- D:\work\AI HACK 2026\docs\team\TEAM_WORKFLOW.md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D:\work\AI HACK 2026\docs\hackathon-build\prd.md</a:t>
            </a:r>
          </a:p>
          <a:p xmlns:a="http://schemas.openxmlformats.org/drawingml/2006/main">
            <a:r>
              <a:t>- D:\work\AI HACK 2026\docs\team\REQUIREMENTS_REVIEW_CHECKLIST.md</a:t>
            </a:r>
          </a:p>
          <a:p xmlns:a="http://schemas.openxmlformats.org/drawingml/2006/main">
            <a:r>
              <a:t>- D:\work\AI HACK 2026\docs\team\TEAM_WORKFLOW.md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D:\work\AI HACK 2026\docs\hackathon-build\prd.md</a:t>
            </a:r>
          </a:p>
          <a:p xmlns:a="http://schemas.openxmlformats.org/drawingml/2006/main">
            <a:r>
              <a:t>- D:\work\AI HACK 2026\docs\team\REQUIREMENTS_REVIEW_CHECKLIST.md</a:t>
            </a:r>
          </a:p>
          <a:p xmlns:a="http://schemas.openxmlformats.org/drawingml/2006/main">
            <a:r>
              <a:t>- D:\work\AI HACK 2026\docs\team\TEAM_WORKFLOW.md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1b2eeebed34ff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28298288d741cf" /><Relationship Type="http://schemas.openxmlformats.org/officeDocument/2006/relationships/slideLayout" Target="/ppt/slideLayouts/slideLayout1.xml" Id="Rcea4f42f97664b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a4f42f97664b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e25fe1f85f4491" /><Relationship Type="http://schemas.openxmlformats.org/officeDocument/2006/relationships/notesSlide" Target="/ppt/notesSlides/notesSlide1.xml" Id="Rd25b3af7e79a46f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d8f33fc89741da" /><Relationship Type="http://schemas.openxmlformats.org/officeDocument/2006/relationships/notesSlide" Target="/ppt/notesSlides/notesSlide2.xml" Id="R1cd2cf9a3af4430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cbc7d3ee4843b0" /><Relationship Type="http://schemas.openxmlformats.org/officeDocument/2006/relationships/notesSlide" Target="/ppt/notesSlides/notesSlide3.xml" Id="Rf88703fcdfbe481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2b62e620654f4d" /><Relationship Type="http://schemas.openxmlformats.org/officeDocument/2006/relationships/notesSlide" Target="/ppt/notesSlides/notesSlide4.xml" Id="R9e6efa4a63604d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049fd8cdc84dbc" /><Relationship Type="http://schemas.openxmlformats.org/officeDocument/2006/relationships/notesSlide" Target="/ppt/notesSlides/notesSlide5.xml" Id="R252d44c7ef45414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125b8a632f404f" /><Relationship Type="http://schemas.openxmlformats.org/officeDocument/2006/relationships/notesSlide" Target="/ppt/notesSlides/notesSlide6.xml" Id="Re377c3b111964b4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8374911dad407e" /><Relationship Type="http://schemas.openxmlformats.org/officeDocument/2006/relationships/notesSlide" Target="/ppt/notesSlides/notesSlide7.xml" Id="R214da970bd5f44b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59b2da6c2e4d5d" /><Relationship Type="http://schemas.openxmlformats.org/officeDocument/2006/relationships/notesSlide" Target="/ppt/notesSlides/notesSlide8.xml" Id="Rb03c31ef67db41e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e4afa8e31d4815" /><Relationship Type="http://schemas.openxmlformats.org/officeDocument/2006/relationships/notesSlide" Target="/ppt/notesSlides/notesSlide9.xml" Id="R0875ff65949444d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88c993ff7841fe" /><Relationship Type="http://schemas.openxmlformats.org/officeDocument/2006/relationships/notesSlide" Target="/ppt/notesSlides/notesSlide10.xml" Id="Ra951dae44178474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a748e2a2cd4357" /><Relationship Type="http://schemas.openxmlformats.org/officeDocument/2006/relationships/notesSlide" Target="/ppt/notesSlides/notesSlide11.xml" Id="Rab59915c153c4fb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084ec3572f4830" /><Relationship Type="http://schemas.openxmlformats.org/officeDocument/2006/relationships/notesSlide" Target="/ppt/notesSlides/notesSlide12.xml" Id="R744d0f63edd8440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7bbaf6d12445dc" /><Relationship Type="http://schemas.openxmlformats.org/officeDocument/2006/relationships/notesSlide" Target="/ppt/notesSlides/notesSlide13.xml" Id="Rac3d28ae768642d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adfcab759646c4" /><Relationship Type="http://schemas.openxmlformats.org/officeDocument/2006/relationships/notesSlide" Target="/ppt/notesSlides/notesSlide14.xml" Id="R2140484ead2c47f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2e3b3f85dd4fd5" /><Relationship Type="http://schemas.openxmlformats.org/officeDocument/2006/relationships/notesSlide" Target="/ppt/notesSlides/notesSlide15.xml" Id="Rb061c156e2c3403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9E714A-8E63-4410-BEAB-0BFBEB914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121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0DBB55-BF5A-4B2E-AF84-4380A7FB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3688F5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3688F5"/>
                </a:solidFill>
                <a:latin typeface="Yu Gothic"/>
                <a:ea typeface="Yu Gothic"/>
                <a:cs typeface="Yu Gothic"/>
              </a:rPr>
              <a:t>AI HACK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7A2B90-AFAF-478B-B4F3-A4C8CA10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145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825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3825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AIビデオメッセージ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825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3825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詳細要件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8670CE-E327-428C-A68C-3C58FBFD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76750"/>
            <a:ext cx="5715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音声入力を中心に、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画面・出力・安全・構成をそろえる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E30A3F-7837-49F9-BEEE-3F529AF7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743700"/>
            <a:ext cx="58674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F4F78A-6C8D-4261-9702-D6FF3E91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0675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3688F5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3688F5"/>
                </a:solidFill>
                <a:latin typeface="Yu Gothic"/>
                <a:ea typeface="Yu Gothic"/>
                <a:cs typeface="Yu Gothic"/>
              </a:rPr>
              <a:t>主入力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A53CC4-3154-4AC7-90DE-FD4CA6CE1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58190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2775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声で伝える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F82D52-10FA-4CEC-A6A2-88E9AFEEF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229600"/>
            <a:ext cx="510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タップ開始 → タップ停止 → 内容確認 → 送信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93C86A-2EB9-4785-9586-7E29FAE1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001250"/>
            <a:ext cx="586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69B68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269B68"/>
                </a:solidFill>
                <a:latin typeface="Yu Gothic"/>
                <a:ea typeface="Yu Gothic"/>
                <a:cs typeface="Yu Gothic"/>
              </a:rPr>
              <a:t>別冊：フロントエンド要件レビューと一緒に確認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4B2FCB-9B6F-41F2-8B51-8A313B79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014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EC14FF-3340-40ED-9C4B-9432D9787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53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AIビデオメッセージ 詳細要件 / 2026-08-13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D9DBCD-6346-41D1-B526-96B1064F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1753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0427824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3AF8B9-FA77-4143-8050-101CAE50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69B68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269B68"/>
                </a:solidFill>
                <a:latin typeface="Yu Gothic"/>
                <a:ea typeface="Yu Gothic"/>
                <a:cs typeface="Yu Gothic"/>
              </a:rPr>
              <a:t>AI HACK 2026 / DETAILED REQUIREMENTS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1D6284-2F5D-4A5E-BFD0-25834138C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5943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2625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主対象は家庭の3〜6歳児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3D1F65-F027-4BE5-8C7B-FE877D11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462F6F-1DBF-4A09-9C18-A8212BF0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38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ED6972-B74A-4D72-AE21-9F40BC28B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59436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4FE642-87FA-4453-938D-0AAE0288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69B6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69B68"/>
                </a:solidFill>
                <a:latin typeface="Yu Gothic"/>
                <a:ea typeface="Yu Gothic"/>
                <a:cs typeface="Yu Gothic"/>
              </a:rPr>
              <a:t>目的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106FCD-E3C3-4748-B137-02182B4D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5295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325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保護者がすぐ応答できない時も、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2325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子どもの声を受け止める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B06ECA-D39C-4565-BE7F-EC17362C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244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利用に関わる3者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EBFEAE-C964-4459-AFEF-3D571034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53100"/>
            <a:ext cx="59436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832755-B145-4B95-B252-B73480B3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626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688F5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3688F5"/>
                </a:solidFill>
                <a:latin typeface="Yu Gothic"/>
                <a:ea typeface="Yu Gothic"/>
                <a:cs typeface="Yu Gothic"/>
              </a:rPr>
              <a:t>利用者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31AE98-8722-437F-A3C1-58487E9C2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05550"/>
            <a:ext cx="529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3688F5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3688F5"/>
                </a:solidFill>
                <a:latin typeface="Yu Gothic"/>
                <a:ea typeface="Yu Gothic"/>
                <a:cs typeface="Yu Gothic"/>
              </a:rPr>
              <a:t>3〜6歳の未就学児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35E73F-ECC6-4304-A2DB-95A28BAF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19900"/>
            <a:ext cx="529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家庭で、嬉しさや寂しさを声で伝える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78BA1C-C988-4BAF-8765-9FD9BDD9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715250"/>
            <a:ext cx="59436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321277-B74E-4CEF-B2BD-6B9D42DA8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9248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69B6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69B68"/>
                </a:solidFill>
                <a:latin typeface="Yu Gothic"/>
                <a:ea typeface="Yu Gothic"/>
                <a:cs typeface="Yu Gothic"/>
              </a:rPr>
              <a:t>操作補助者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0E0AA6-748C-421F-A76C-6E247B53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267700"/>
            <a:ext cx="529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269B68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269B68"/>
                </a:solidFill>
                <a:latin typeface="Yu Gothic"/>
                <a:ea typeface="Yu Gothic"/>
                <a:cs typeface="Yu Gothic"/>
              </a:rPr>
              <a:t>その場にいる保護者・祖父母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8C66AC-B082-4612-B695-924E7FD9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82050"/>
            <a:ext cx="529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子どもに寄り添いながら操作と安心を支える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A0A7D4-C7F0-4991-9C3F-B064BC4E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77400"/>
            <a:ext cx="59436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399914-FA95-49B1-AEC1-2100D0D6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86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E29A00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E29A00"/>
                </a:solidFill>
                <a:latin typeface="Yu Gothic"/>
                <a:ea typeface="Yu Gothic"/>
                <a:cs typeface="Yu Gothic"/>
              </a:rPr>
              <a:t>メッセージ提供者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FF8143-DBD7-4EAD-83B8-BDC542F1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229850"/>
            <a:ext cx="529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E29A00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E29A00"/>
                </a:solidFill>
                <a:latin typeface="Yu Gothic"/>
                <a:ea typeface="Yu Gothic"/>
                <a:cs typeface="Yu Gothic"/>
              </a:rPr>
              <a:t>一時的に不在の保護者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5CEA17-320A-4969-8AD1-7843F659B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744200"/>
            <a:ext cx="529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仕事・出張などで離れていても想いを届ける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4C5AFB-1875-4E5B-8E5C-16CBD29C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014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F880C3-7B3C-4B49-BA5F-E15A62A9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53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AIビデオメッセージ 詳細要件 / 2026-08-13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572782-2685-4E36-9D97-65E6A4408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1753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168142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5FFCE7-696C-474F-B071-EF7D6658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69B68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269B68"/>
                </a:solidFill>
                <a:latin typeface="Yu Gothic"/>
                <a:ea typeface="Yu Gothic"/>
                <a:cs typeface="Yu Gothic"/>
              </a:rPr>
              <a:t>AI HACK 2026 / DETAILED REQUIREMENTS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B651C5-E597-41C9-8B86-FFE7EAF4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5943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2625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体験を支える3本柱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136E30-73F8-4B77-B298-46D44807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EF1D7C-A7FE-46E1-BE8D-2D25576C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38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3FC3AA-F1DD-409C-B02E-B3525A4F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38400"/>
            <a:ext cx="59436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7F1268-62CA-4ACF-AF43-AFC93E26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688F5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3688F5"/>
                </a:solidFill>
                <a:latin typeface="Yu Gothic"/>
                <a:ea typeface="Yu Gothic"/>
                <a:cs typeface="Yu Gothic"/>
              </a:rPr>
              <a:t>PILLAR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658D38-1228-4FA0-9775-E75D8273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529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3688F5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3688F5"/>
                </a:solidFill>
                <a:latin typeface="Yu Gothic"/>
                <a:ea typeface="Yu Gothic"/>
                <a:cs typeface="Yu Gothic"/>
              </a:rPr>
              <a:t>声で伝える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4BD556-8842-4077-94D8-FA1076C0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05200"/>
            <a:ext cx="529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大きなマイクをタップ。認識文を見てから送信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A856B5-2069-4127-B707-70361915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95800"/>
            <a:ext cx="59436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C8CC18-F715-408F-867C-4320AE62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69B6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69B68"/>
                </a:solidFill>
                <a:latin typeface="Yu Gothic"/>
                <a:ea typeface="Yu Gothic"/>
                <a:cs typeface="Yu Gothic"/>
              </a:rPr>
              <a:t>PILLAR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3A40E2-AF61-49CD-A825-2C04A5DB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529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269B68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269B68"/>
                </a:solidFill>
                <a:latin typeface="Yu Gothic"/>
                <a:ea typeface="Yu Gothic"/>
                <a:cs typeface="Yu Gothic"/>
              </a:rPr>
              <a:t>すぐ返し、特別な時は動画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2A5938-7B12-47A0-87FD-4BC0251F7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529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まず短い返信。特別な出来事だけ5〜8秒動画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59D29A-F613-4A44-9F0D-E980CC68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53200"/>
            <a:ext cx="59436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D48271-184E-4283-9D19-DA6D7709D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762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DF4B4B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DF4B4B"/>
                </a:solidFill>
                <a:latin typeface="Yu Gothic"/>
                <a:ea typeface="Yu Gothic"/>
                <a:cs typeface="Yu Gothic"/>
              </a:rPr>
              <a:t>PILLAR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FB8D47-A0BB-49C7-B998-E44B30CBE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105650"/>
            <a:ext cx="529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DF4B4B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DF4B4B"/>
                </a:solidFill>
                <a:latin typeface="Yu Gothic"/>
                <a:ea typeface="Yu Gothic"/>
                <a:cs typeface="Yu Gothic"/>
              </a:rPr>
              <a:t>危険な時は大人につなぐ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15E208-C7FD-4169-994F-3CE13974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20000"/>
            <a:ext cx="529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母親になりきらず、動画を作らず、安全案内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94E9CD-2C72-40B2-AFF4-B6B12793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991600"/>
            <a:ext cx="59436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F4ABD4-21CE-40D7-BB7A-8E57E9A8F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239250"/>
            <a:ext cx="5410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AIは母親の代わりではなく、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保護者の許可した想いを届ける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DF4F8E-FE42-4FFB-80F5-8413BC35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014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96F1B4-58EB-4B41-9A1E-533339721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53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AIビデオメッセージ 詳細要件 / 2026-08-13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B3A40C-95EE-4FDF-B21C-AED28DE8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1753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027034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631CABD-524E-4591-9AC0-CD88F169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3688F5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3688F5"/>
                </a:solidFill>
                <a:latin typeface="Yu Gothic"/>
                <a:ea typeface="Yu Gothic"/>
                <a:cs typeface="Yu Gothic"/>
              </a:rPr>
              <a:t>AI HACK 2026 / DETAILED REQUIREMENTS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00A855-D06A-41B3-A76D-FAA126F3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5943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2625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7段階の体験フロー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C3331A-0750-4CC0-A4CE-754485EDD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B945F1-8F71-4B74-AF4A-D5597168A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38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A4E366-AEA0-4A74-8CE6-144111A3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143250"/>
            <a:ext cx="342900" cy="3429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5DB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C1E6CE-B067-4C02-A1A9-06285C1F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51816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3688F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B700EA-CFFE-4418-9B1F-4768B063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431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3688F5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3688F5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6E61BF-D4EC-4107-AF0E-4322D22C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4955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録音開始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55BA01-8FAB-417A-808E-125B03FC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431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マイクをタップ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AC01F5-A0C9-48E0-8C51-C0DD5D99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00550"/>
            <a:ext cx="342900" cy="3429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5DB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260B3F-6233-4973-8AEB-9A2BA112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51816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688F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E648CF-67C4-49E0-B4D7-08C4C9A6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004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3688F5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3688F5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8B1006-0CFB-4482-A1A3-D1969D79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752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録音停止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14C71E-3FF7-4F8F-B637-A61DA100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004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再タップ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C0DE2A-93A6-46B1-A7EE-03323F9C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657850"/>
            <a:ext cx="342900" cy="3429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5DB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FD4440-02DA-4CE0-96C0-112E3BA6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00600"/>
            <a:ext cx="51816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269B6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3B9743-E25E-48A6-879A-7A310B9B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577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69B68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269B68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06C323-2CAB-4809-A031-56AF6706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101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内容確認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E83F61-E90F-47C4-8935-37ACD73C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0577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認識文を表示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BB6F8A-779D-4E17-B6EA-1F405E07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6915150"/>
            <a:ext cx="342900" cy="3429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5DB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ECE026-416B-418E-B936-F6612E44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57900"/>
            <a:ext cx="51816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9A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46511B-4D8E-4022-9FEE-79A9E3F8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3150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E29A00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E29A00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8754FC-A8E4-4106-AB8C-52BDA14BA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62674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送信・判定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2C75B3-9075-4DD4-9891-0D0744D1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3150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OrcaRouter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77D3A0-1816-4991-A330-D57E9090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8172450"/>
            <a:ext cx="342900" cy="3429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5DB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2F0FCD-8699-4DAB-9FE8-A456F137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315200"/>
            <a:ext cx="51816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3688F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A0F15B-4A3B-4EB9-AA1E-8AC44B3C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5723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3688F5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3688F5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552824-15C0-4B9B-BFCC-4091F45F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7524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即時返信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799AD3-6889-44C3-8961-7CA7A025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75723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短いテキスト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303B8F-CD0C-4988-9F21-CAFA19FE3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9429750"/>
            <a:ext cx="342900" cy="3429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5DB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8F8D64-37A2-4F75-870A-BDBDF6E6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572500"/>
            <a:ext cx="51816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4B4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2A0CFC-9CC4-4EA0-9315-5278DB49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829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DF4B4B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DF4B4B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AE6844-6EAA-4439-B63E-CC4585311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87820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分岐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BB88EB-BB42-4939-ABC3-0026858B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88296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通常 / 動画 / 安全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FE9A04-E4F1-4E2F-9B31-DB3FFD8F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829800"/>
            <a:ext cx="51816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269B6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73EA0D-CC5F-42FD-91C8-C0379780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00869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69B68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269B68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44FABFC-2967-42E5-A456-74035BA33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00393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次の操作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F9DC4E2-318F-4556-80DD-7CCC11C6C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00869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再生または再入力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94C982C-F8CC-42FC-85A9-349625E7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014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6AE0E74-058A-4455-8D7A-54F684111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53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AIビデオメッセージ 詳細要件 / 2026-08-13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6D8AC71-6B02-4F81-9268-5CFBB577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1753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441240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F24124C-5461-43A8-A16C-F670542A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3688F5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3688F5"/>
                </a:solidFill>
                <a:latin typeface="Yu Gothic"/>
                <a:ea typeface="Yu Gothic"/>
                <a:cs typeface="Yu Gothic"/>
              </a:rPr>
              <a:t>AI HACK 2026 / DETAILED REQUIREMENTS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84F645-D03C-43B4-AF87-FFDAFB28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5943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2625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MVPは6画面で構成する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90B660-9DCD-48B4-A249-C9372E5A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4BA86E-DD0E-4BDC-9783-2AC8F215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38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234F1A-D45B-4FDD-AD91-BAC36415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914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0305B6-2B62-4AB5-8FDA-C16B91FD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S1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69C810-5796-4FA1-960E-3BABE1E5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4193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3688F5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3688F5"/>
                </a:solidFill>
                <a:latin typeface="Yu Gothic"/>
                <a:ea typeface="Yu Gothic"/>
                <a:cs typeface="Yu Gothic"/>
              </a:rPr>
              <a:t>録音待機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A95FA3-90B0-4A87-8B71-3CAC698A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765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大きなマイク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E94980-222C-47B2-8162-D76CA5D4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486150"/>
            <a:ext cx="424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87204F-BCAA-4B85-AF81-4D16DDEA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71900"/>
            <a:ext cx="914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4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DA32D0-7B30-44FB-ABEC-2184C500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S2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9E3FB-BEFE-49F0-AE10-2290D0754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8481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DF4B4B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DF4B4B"/>
                </a:solidFill>
                <a:latin typeface="Yu Gothic"/>
                <a:ea typeface="Yu Gothic"/>
                <a:cs typeface="Yu Gothic"/>
              </a:rPr>
              <a:t>録音中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980DD2-A1BB-4870-8213-DF5E3D7C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053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波形・時間・停止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FDA1F7-6F5A-4C1B-96F7-F7C2F34E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914900"/>
            <a:ext cx="424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26F8CD-ABE4-4953-AA2E-7BC9187B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00650"/>
            <a:ext cx="914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0E4FEE-AC9B-4B3A-B678-DF5B31B3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S3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0A556D-7FCA-48AE-BE65-14F04676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2768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69B68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269B68"/>
                </a:solidFill>
                <a:latin typeface="Yu Gothic"/>
                <a:ea typeface="Yu Gothic"/>
                <a:cs typeface="Yu Gothic"/>
              </a:rPr>
              <a:t>内容確認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9FDD4B-78EA-4EBD-BBDD-93E034C8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7340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認識文・送る・やり直す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126495-CF63-407A-BDF7-3CAE20D5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343650"/>
            <a:ext cx="424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3D8D3D-B008-4FAA-BBFD-1F4CABFE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29400"/>
            <a:ext cx="914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C4C6FB-AFF9-4072-B555-D820D463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151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S4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47259C-B328-4B1F-BB72-621F7B5D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7056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3688F5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3688F5"/>
                </a:solidFill>
                <a:latin typeface="Yu Gothic"/>
                <a:ea typeface="Yu Gothic"/>
                <a:cs typeface="Yu Gothic"/>
              </a:rPr>
              <a:t>即時返信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F4954E-4FE2-4D74-88C9-C1455A41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71628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短いテキスト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F22A54-753F-4D1F-ACDF-6FEDF1CF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7772400"/>
            <a:ext cx="424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E7777A-CEB4-4DE0-9E62-D23A0501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914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5C3D65-C84A-4ED7-946F-6EB12A9A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S5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E20D85-7FDF-4CC8-BF7C-240ADD96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81343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69B68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269B68"/>
                </a:solidFill>
                <a:latin typeface="Yu Gothic"/>
                <a:ea typeface="Yu Gothic"/>
                <a:cs typeface="Yu Gothic"/>
              </a:rPr>
              <a:t>動画準備・再生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3FC65F-B4DE-4C4D-9CAE-CC9470E9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85915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待機・動画・再試行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197841-2645-443C-A4AC-0A113903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9201150"/>
            <a:ext cx="424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DCD689-E895-40A2-9BEE-6B449BC78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486900"/>
            <a:ext cx="914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4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C20D6D-8DD6-4310-89AB-180E2068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726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S6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95DA73-3F76-40D1-A22E-E843EE92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95631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DF4B4B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DF4B4B"/>
                </a:solidFill>
                <a:latin typeface="Yu Gothic"/>
                <a:ea typeface="Yu Gothic"/>
                <a:cs typeface="Yu Gothic"/>
              </a:rPr>
              <a:t>安全案内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DEA7A4-623D-4780-AB70-4326218A9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00203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大人へ相談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80A8BA-F2CA-4891-AAB5-8F5E1CD10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014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79035FE-B31E-4547-8C5F-C93550C5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53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AIビデオメッセージ 詳細要件 / 2026-08-13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8BB868-A99E-446A-8CAF-9E7BBDCB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1753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3042660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E410A8-BEBD-4AC4-838F-DB88E86D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3688F5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3688F5"/>
                </a:solidFill>
                <a:latin typeface="Yu Gothic"/>
                <a:ea typeface="Yu Gothic"/>
                <a:cs typeface="Yu Gothic"/>
              </a:rPr>
              <a:t>AI HACK 2026 / DETAILED REQUIREMENTS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62029A-EF00-4DEF-9E42-4210E677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5943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2625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音声入力はタップ操作に統一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D227B6-A632-41B4-B3F8-4FC2FB0B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70BD5E-2BF2-447B-A6C6-E33DD04D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38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ABFC12-B6E1-447C-8EA8-7D9422542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400300"/>
            <a:ext cx="2895600" cy="2895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28575">
            <a:solidFill>
              <a:srgbClr val="3688F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8A0103-2E27-4DC4-99B4-7E7BDF73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2420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600" b="1">
                <a:solidFill>
                  <a:srgbClr val="3688F5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3688F5"/>
                </a:solidFill>
                <a:latin typeface="Yu Gothic"/>
                <a:ea typeface="Yu Gothic"/>
                <a:cs typeface="Yu Gothic"/>
              </a:rPr>
              <a:t>MIC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A5B8BD-A0DB-4D05-8635-0899091F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038600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3688F5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3688F5"/>
                </a:solidFill>
                <a:latin typeface="Yu Gothic"/>
                <a:ea typeface="Yu Gothic"/>
                <a:cs typeface="Yu Gothic"/>
              </a:rPr>
              <a:t>タップしておはなし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37C9E4-7B60-4B1E-8D7E-5280AAF7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8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CA334E-8300-4EE0-830F-BE334F3A4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96000"/>
            <a:ext cx="561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1回目のタップで録音開始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881727-E38C-46B0-AE12-E349087A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8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8EA4E5-DF59-4F72-B76A-A6FB3091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972300"/>
            <a:ext cx="561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録音中は波形・経過時間・停止を表示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AD553C-694B-4EB4-9402-170F3B53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924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8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F74EF4-51FD-4314-A683-7AB1B679C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848600"/>
            <a:ext cx="561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2回目のタップで録音停止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DABEE3-3B87-4D2D-85D9-20C26D58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801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8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96D0E4-A02A-484B-B142-9C1F3975F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24900"/>
            <a:ext cx="561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押し続ける操作は使わない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7AE12B-B06D-4606-8AF0-967334D55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77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8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EDB20B-1095-4CAC-821D-1C62758C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561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録音中は二重操作を防止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F6A607-7A6F-4E81-BA5A-4A815878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0"/>
            <a:ext cx="5943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729426-0700-41C8-BAC2-B37AE7F37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67975"/>
            <a:ext cx="548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3688F5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3688F5"/>
                </a:solidFill>
                <a:latin typeface="Yu Gothic"/>
                <a:ea typeface="Yu Gothic"/>
                <a:cs typeface="Yu Gothic"/>
              </a:rPr>
              <a:t>最長録音時間：デモでは15秒を目安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37A19A-E453-4A5E-B393-91FC6592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014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ECBFEA-BCB7-4581-9F96-C991D609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53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AIビデオメッセージ 詳細要件 / 2026-08-13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E01A16-9D07-4885-8A29-B42FE7A1E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1753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162233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CD5886-FD0B-4F0C-BE4A-7A5C6536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69B68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269B68"/>
                </a:solidFill>
                <a:latin typeface="Yu Gothic"/>
                <a:ea typeface="Yu Gothic"/>
                <a:cs typeface="Yu Gothic"/>
              </a:rPr>
              <a:t>AI HACK 2026 / DETAILED REQUIREMENTS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64FD30-B27C-4911-8287-CD451721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5943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2625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認識文を見てから送信する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9711D3-6959-4050-BDDE-2F6B99A9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6522E9-704D-4D20-A6E1-D196CDEA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38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BC5946-4002-45A4-B363-23ECD318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62200"/>
            <a:ext cx="59436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D3D590-E77E-4506-924B-9695867A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269B68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269B68"/>
                </a:solidFill>
                <a:latin typeface="Yu Gothic"/>
                <a:ea typeface="Yu Gothic"/>
                <a:cs typeface="Yu Gothic"/>
              </a:rPr>
              <a:t>きこえた内容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B33156-8A95-48A9-A1BD-FC98AE86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533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ママ、きょうブロックで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おうちをつくったよ！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058B74-7A23-4B63-BA2D-3203DB51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0"/>
            <a:ext cx="2590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7DCA32-B021-4620-9EBC-D14AA4268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62525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おくる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7B0664-2CB9-4FE4-86F1-B35662EA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62500"/>
            <a:ext cx="2590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9B6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11E6D3-FBCA-4D98-B9DE-ACD38B41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62525"/>
            <a:ext cx="201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269B68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269B68"/>
                </a:solidFill>
                <a:latin typeface="Yu Gothic"/>
                <a:ea typeface="Yu Gothic"/>
                <a:cs typeface="Yu Gothic"/>
              </a:rPr>
              <a:t>もういちど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5CD4C1-06F4-44E6-AC69-5E62F50B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失敗時の表示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EF0A75-A1EE-4FBA-839C-C4D25EDB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96100"/>
            <a:ext cx="1143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A0E1A0-4896-42A2-A602-C4361B35F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972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E29A00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E29A00"/>
                </a:solidFill>
                <a:latin typeface="Yu Gothic"/>
                <a:ea typeface="Yu Gothic"/>
                <a:cs typeface="Yu Gothic"/>
              </a:rPr>
              <a:t>権限なし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8DB99B-502D-4835-94AD-7586EC563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315200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マイクをつかえるようにしてね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ACD672-201A-4A25-AAE6-A1F017D6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772400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設定案内と『もういちど』を表示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38D03D-A500-4CCE-A347-BE1FFB0C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477250"/>
            <a:ext cx="1143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4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596834-06DA-41B7-90FA-573E57DF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53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DF4B4B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DF4B4B"/>
                </a:solidFill>
                <a:latin typeface="Yu Gothic"/>
                <a:ea typeface="Yu Gothic"/>
                <a:cs typeface="Yu Gothic"/>
              </a:rPr>
              <a:t>認識できない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E9FEB7-5BB3-46EF-96FE-BA4B0382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896350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もういちど聞かせてね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00A5C9-6219-4BB7-B897-3004369F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353550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責めずに録音画面へ戻す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4DB5EB-3798-4833-944D-0D10F817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58400"/>
            <a:ext cx="1143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1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E724FC-FAD7-4A68-A736-A461EC4C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1346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通信失敗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92FFFB-6FB0-4FA2-89BC-EE6F1898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477500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少しまって、もういちど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399E3E-04E4-4F3C-8A5C-4DF49EAEA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934700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文章入力はデモ継続用フォールバック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2054E0-E903-408A-97B8-94F5C51B3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014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1EDE12-3894-4389-8696-7E360969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53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AIビデオメッセージ 詳細要件 / 2026-08-13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1435BE-4412-4640-958F-53FBA7880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1753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7861483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28B95E-128E-4C83-9B13-CF2DDC32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69B68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269B68"/>
                </a:solidFill>
                <a:latin typeface="Yu Gothic"/>
                <a:ea typeface="Yu Gothic"/>
                <a:cs typeface="Yu Gothic"/>
              </a:rPr>
              <a:t>AI HACK 2026 / DETAILED REQUIREMENTS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02A537-A9F5-4FEA-87F5-FDFCFA5D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5943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2625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出力は5状態を明確に分ける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E2009D-C1B3-46DB-9253-D1C01CB5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610E4B-3E89-4020-9444-B6248338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38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E345BD-EC84-40B6-9E90-05629FA9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24100"/>
            <a:ext cx="1143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DA1A4F-1D85-4E5C-85E4-DBB5834D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688F5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3688F5"/>
                </a:solidFill>
                <a:latin typeface="Yu Gothic"/>
                <a:ea typeface="Yu Gothic"/>
                <a:cs typeface="Yu Gothic"/>
              </a:rPr>
              <a:t>即時返信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534D22-E0BB-4E3D-BA77-678C0D4A6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43200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すごいね！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80457E-7841-4A3D-B964-2868F51C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0400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送信後すぐ、短いテキストを表示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C3A03D-B6BB-4A31-80C8-6EA42A0F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05250"/>
            <a:ext cx="1143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88A782-A704-45BA-9C35-B9C0AA2F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81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E29A00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E29A00"/>
                </a:solidFill>
                <a:latin typeface="Yu Gothic"/>
                <a:ea typeface="Yu Gothic"/>
                <a:cs typeface="Yu Gothic"/>
              </a:rPr>
              <a:t>動画準備中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0B3D58-57CF-415B-B15C-64EB1B0B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メッセージを準備しているよ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60F07A-85C3-4F22-AB26-6F2497DD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81550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待つ理由と進行中を表示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9D6D76-6A79-4494-8B23-BE2504DD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86400"/>
            <a:ext cx="1143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B40ECA-E77F-4278-B7A6-B29EBC03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626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69B6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69B68"/>
                </a:solidFill>
                <a:latin typeface="Yu Gothic"/>
                <a:ea typeface="Yu Gothic"/>
                <a:cs typeface="Yu Gothic"/>
              </a:rPr>
              <a:t>動画完成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499BA8-E86D-4E7B-98D6-CC234733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0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ママからのメッセージ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E8552D-A7E8-4C49-B778-C17A8A20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5〜8秒動画、再生、もう一度見る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6D8644-6038-4D5E-9200-1A340E5D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67550"/>
            <a:ext cx="1143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1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183B12-3F92-4D46-A4A2-506B81D9B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143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フォールバック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94C1F5-2D97-4B6A-AC21-B80701E1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86650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メッセージを届けるね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4C27E5-7094-4B52-B2E7-06E6BFD0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943850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固定動画、それも不可ならテキスト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515684-ADCD-4D2D-B839-9C70528EA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48700"/>
            <a:ext cx="1143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4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27CE6A-A227-49B6-9109-057EA367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249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DF4B4B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DF4B4B"/>
                </a:solidFill>
                <a:latin typeface="Yu Gothic"/>
                <a:ea typeface="Yu Gothic"/>
                <a:cs typeface="Yu Gothic"/>
              </a:rPr>
              <a:t>安全対応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BE087F-3EB0-4C52-AD9E-2F7FB1BA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067800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近くの大人に相談してね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173770-9C95-403C-9D63-E7CE6A349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525000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母親風動画を生成しない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93FC86-753F-4D6E-BC0C-8DBFA795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382250"/>
            <a:ext cx="5943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0C039D-1BD1-4545-8EDA-B61653C7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44175"/>
            <a:ext cx="548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技術用語・エラーコードは子どもに見せない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259FAB-D3A6-4144-984B-F2E4148A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014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55466C-1129-4348-B786-206CCAF3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53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AIビデオメッセージ 詳細要件 / 2026-08-13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994807-6BAD-48AC-8C10-9C91E350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1753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7773547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4C08D1-5EBD-4744-B17E-36E65854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69B68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269B68"/>
                </a:solidFill>
                <a:latin typeface="Yu Gothic"/>
                <a:ea typeface="Yu Gothic"/>
                <a:cs typeface="Yu Gothic"/>
              </a:rPr>
              <a:t>AI HACK 2026 / DETAILED REQUIREMENTS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4D2FD4-35AF-4439-B2BA-5B6A1CFA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5943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2625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Mama Movieは短く、止まらない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C6A17F-A226-402E-9EBB-E0F1B11F2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17F984-9FEE-4779-844C-1CF66925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38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C845B2-2742-44C0-B62D-AD282056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62200"/>
            <a:ext cx="594360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A7659C-562F-4311-8429-F982A7F72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238500"/>
            <a:ext cx="2324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6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VIDEO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B01646-2DE0-4BC9-B93A-0279E07B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229100"/>
            <a:ext cx="327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5〜8秒 / アプリ内再生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A9BD47-8E17-4D5A-98B3-A109A1314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9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A555CC-EFB7-499A-A187-F3B9E926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96000"/>
            <a:ext cx="561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特別な発言の時だけ生成する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40C867-9C07-40E4-AA93-A973A71FD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9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EAC1FD-49D4-48A2-B147-49188360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972300"/>
            <a:ext cx="561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内容に合う短い励まし・共感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CF93B6-E4AA-4AE5-AAD2-00E84D4C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924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9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6985B8-0FD3-4D5B-AF46-E110733C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848600"/>
            <a:ext cx="561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再生・一時停止・もう一度見る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2702FB-926A-437F-9D8F-3BEBCD4C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801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9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F539D3-FCF9-44C1-B6F1-A202B635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24900"/>
            <a:ext cx="561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AI生成と保護者同意済み素材を明示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CA6A6D-AC75-4CBE-9955-171F623A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77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9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83CD8C-BC7B-4702-86A6-6B30A7C31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561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失敗時は固定動画またはテキスト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CA8F4C-A3D9-4AF7-8F99-2D7DD69B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0"/>
            <a:ext cx="5943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1E49F0-43F9-4B5E-8E8F-865A1280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67975"/>
            <a:ext cx="548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DF4B4B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DF4B4B"/>
                </a:solidFill>
                <a:latin typeface="Yu Gothic"/>
                <a:ea typeface="Yu Gothic"/>
                <a:cs typeface="Yu Gothic"/>
              </a:rPr>
              <a:t>本物の母親が今話しているとは表現しない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94294B-0260-4AE4-9087-B4F22639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014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F4BE5D-66C9-4E1D-B803-6904C51A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53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AIビデオメッセージ 詳細要件 / 2026-08-13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1ED18A-CE51-457E-A095-F0615DC2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1753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7689323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458CB0-2587-462B-9F3B-9E8B917B4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DF4B4B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DF4B4B"/>
                </a:solidFill>
                <a:latin typeface="Yu Gothic"/>
                <a:ea typeface="Yu Gothic"/>
                <a:cs typeface="Yu Gothic"/>
              </a:rPr>
              <a:t>AI HACK 2026 / DETAILED REQUIREMENTS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1B7549-480B-42A3-9178-0F3695A00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5943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2625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深刻な声は、安全案内へ切り替える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98A692-DB60-43BB-BE67-A4131963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AF9ABB-E69D-4E0C-944C-34BF0131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38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004950-1B0A-4887-8BB6-4772278C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62200"/>
            <a:ext cx="59436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AC1AB9-1FBC-4B02-AEC9-B5A643F52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DF4B4B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DF4B4B"/>
                </a:solidFill>
                <a:latin typeface="Yu Gothic"/>
                <a:ea typeface="Yu Gothic"/>
                <a:cs typeface="Yu Gothic"/>
              </a:rPr>
              <a:t>検知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A7B516-DC0E-43EB-AE54-834A2FBC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529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DF4B4B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DF4B4B"/>
                </a:solidFill>
                <a:latin typeface="Yu Gothic"/>
                <a:ea typeface="Yu Gothic"/>
                <a:cs typeface="Yu Gothic"/>
              </a:rPr>
              <a:t>危険・深刻な不安・病気・虐待・自傷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A2DFF1-84BE-441D-8C58-9FDB722F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529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通常返信や動画生成へ流さない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75FD0C-6177-4BF0-9B1E-77A10754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9600"/>
            <a:ext cx="59436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E93665-D930-4CF0-97A4-4686C7CF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DF4B4B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DF4B4B"/>
                </a:solidFill>
                <a:latin typeface="Yu Gothic"/>
                <a:ea typeface="Yu Gothic"/>
                <a:cs typeface="Yu Gothic"/>
              </a:rPr>
              <a:t>子どもへの表示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30DBF7-2DFC-4681-8CD7-314384FF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72050"/>
            <a:ext cx="529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DF4B4B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DF4B4B"/>
                </a:solidFill>
                <a:latin typeface="Yu Gothic"/>
                <a:ea typeface="Yu Gothic"/>
                <a:cs typeface="Yu Gothic"/>
              </a:rPr>
              <a:t>近くの大人に相談してね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60302D-E198-44F2-9B5B-58A04027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529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保護者・先生など、次の相談相手を具体的に示す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D1B21B-DC95-4C74-B8CF-979983A3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59436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11A57A-0EEC-44C7-8CE4-FC74F6FF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86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DF4B4B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DF4B4B"/>
                </a:solidFill>
                <a:latin typeface="Yu Gothic"/>
                <a:ea typeface="Yu Gothic"/>
                <a:cs typeface="Yu Gothic"/>
              </a:rPr>
              <a:t>システムの動き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C2B35D-8303-4C13-8F5B-36C2DE1B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29450"/>
            <a:ext cx="529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DF4B4B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DF4B4B"/>
                </a:solidFill>
                <a:latin typeface="Yu Gothic"/>
                <a:ea typeface="Yu Gothic"/>
                <a:cs typeface="Yu Gothic"/>
              </a:rPr>
              <a:t>動画なし・要確認ログ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41810B-55F0-43B5-AFDB-7DB291983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543800"/>
            <a:ext cx="529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AIだけで緊急性を断定せず、保護者側に記録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E4E17F-3BB1-4DBC-BA49-6F46CB86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0297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4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BED21C-F110-4AAD-9E69-40B18E17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953500"/>
            <a:ext cx="561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『大丈夫』と断定しない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66D659-4F94-4A26-9574-DBA2BF57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7536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4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CFEEB5-3FE3-49B4-A9C9-FB83A780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77400"/>
            <a:ext cx="561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医療・心理・緊急事案をAIだけで解決しない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B26EC5-F5B2-4D39-B33B-A2840BCF8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4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2CFBF7-065B-42AA-BB23-34EDE1F3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401300"/>
            <a:ext cx="561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実在の子どもの情報をデモに使わない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309303-98F9-4482-ADCA-1EF58B35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014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8E1C6E-5236-454F-8C95-2B6610F3B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53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AIビデオメッセージ 詳細要件 / 2026-08-13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4EE25B-DD11-4D56-BC26-78DF916D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1753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8602335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EFDAD2-BF63-40EA-8EEE-918FD89B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3688F5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3688F5"/>
                </a:solidFill>
                <a:latin typeface="Yu Gothic"/>
                <a:ea typeface="Yu Gothic"/>
                <a:cs typeface="Yu Gothic"/>
              </a:rPr>
              <a:t>AI HACK 2026 / DETAILED REQUIREMENTS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E3A7ED-6A82-4571-B302-8D882A972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5943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2625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構成は音声処理と3分岐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537DA2-11A5-441A-A2E5-108B28D9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050CC1-5CE3-47A2-9945-E67D7154F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38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AC90F4-0399-4688-973B-63D91EC8D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00400"/>
            <a:ext cx="342900" cy="3619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5DB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1032F3-85E4-4829-BB54-415AF3F95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66950"/>
            <a:ext cx="48387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3688F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5705FD-2FA8-4E96-B971-4AA93CE0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003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3688F5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3688F5"/>
                </a:solidFill>
                <a:latin typeface="Yu Gothic"/>
                <a:ea typeface="Yu Gothic"/>
                <a:cs typeface="Yu Gothic"/>
              </a:rPr>
              <a:t>スマホUI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F67EFF-D6C1-4FD6-8E84-08749E57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384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録音・状態表示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EEBAE9-7F60-41F5-92CF-679505A2A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591050"/>
            <a:ext cx="342900" cy="3619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5DB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56B9F3-11F0-406D-9852-FC512663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57600"/>
            <a:ext cx="48387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14171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F64557-9AA6-43DA-B8AC-C9E5AB4A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90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音声認識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003FCA-33EC-4081-9A6F-14369335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8290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音声 → テキスト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798A9C-E155-4D11-8C26-462A5166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981700"/>
            <a:ext cx="342900" cy="3619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5DB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93B204-E59B-448E-A957-1A03073B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48250"/>
            <a:ext cx="48387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14171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EE616C-C5F2-4414-B284-575AB157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816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サーバーAPI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3CF550-3761-4851-8A77-92731B62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197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秘密情報を保護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2C331A-ACA4-4E82-B609-42396EEB9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438900"/>
            <a:ext cx="48387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9"/>
          </a:solidFill>
          <a:ln xmlns:a="http://schemas.openxmlformats.org/drawingml/2006/main" w="9525">
            <a:solidFill>
              <a:srgbClr val="E29A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52DC3E-3F40-4C13-B5F1-849553E1E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572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E29A00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E29A00"/>
                </a:solidFill>
                <a:latin typeface="Yu Gothic"/>
                <a:ea typeface="Yu Gothic"/>
                <a:cs typeface="Yu Gothic"/>
              </a:rPr>
              <a:t>OrcaRouter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1348BB-6BD8-40E9-B28F-D323752D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66103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分類・モデル選択・ログ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D98421-736F-41F0-9104-D768F28B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86700"/>
            <a:ext cx="594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OrcaRouterの3つの行き先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A3A53D-F973-4ACA-9D54-66CB08DE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439150"/>
            <a:ext cx="5943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771718-C6D8-4292-8C00-AF405977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106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3688F5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3688F5"/>
                </a:solidFill>
                <a:latin typeface="Yu Gothic"/>
                <a:ea typeface="Yu Gothic"/>
                <a:cs typeface="Yu Gothic"/>
              </a:rPr>
              <a:t>instant_reply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091155-C316-43A0-BE58-172042EA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86010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500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短い返信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FBCE1F-BBBF-4AE8-A377-0CE9195E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15450"/>
            <a:ext cx="5943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FE8AC3-0B77-4C4D-BF88-35871403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4869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69B68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269B68"/>
                </a:solidFill>
                <a:latin typeface="Yu Gothic"/>
                <a:ea typeface="Yu Gothic"/>
                <a:cs typeface="Yu Gothic"/>
              </a:rPr>
              <a:t>generate_mama_movie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729319-F44A-49D1-A460-C5266E0E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94773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500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動画生成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AB61AD-5EFB-4E0D-BFA8-47A4BCD2A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191750"/>
            <a:ext cx="5943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0B9DDD-CFF8-4ADA-9BE0-CEF8F2A9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3632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DF4B4B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DF4B4B"/>
                </a:solidFill>
                <a:latin typeface="Yu Gothic"/>
                <a:ea typeface="Yu Gothic"/>
                <a:cs typeface="Yu Gothic"/>
              </a:rPr>
              <a:t>safety_escalation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98B986-FF8A-4A39-A516-7CA176BD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03536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500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安全案内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B868FC-73AF-47C7-A007-13A87E370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014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553DF8-40D9-4283-B8C4-6B030ED7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53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AIビデオメッセージ 詳細要件 / 2026-08-13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40D09A-2E8B-4063-9289-EBB1E7662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1753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112332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356114-DDB4-4AF7-9A3D-9708616E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E29A00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E29A00"/>
                </a:solidFill>
                <a:latin typeface="Yu Gothic"/>
                <a:ea typeface="Yu Gothic"/>
                <a:cs typeface="Yu Gothic"/>
              </a:rPr>
              <a:t>AI HACK 2026 / DETAILED REQUIREMENTS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90CBC4-9C37-48A3-9CD5-EBCB3A1A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5943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2625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同意・ログ・秘密情報を分ける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46E298-8F41-4894-8028-A689AFAC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3DCC60-5773-4B6B-B861-1552DABAB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38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C16DA9-0766-48C3-A5B2-690F2E99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62200"/>
            <a:ext cx="59436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A325C9-3362-498C-81B4-1508732F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69B6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69B68"/>
                </a:solidFill>
                <a:latin typeface="Yu Gothic"/>
                <a:ea typeface="Yu Gothic"/>
                <a:cs typeface="Yu Gothic"/>
              </a:rPr>
              <a:t>保護者同意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7A885B-2BC3-4CEE-93B4-BA8EF1116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529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269B68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269B68"/>
                </a:solidFill>
                <a:latin typeface="Yu Gothic"/>
                <a:ea typeface="Yu Gothic"/>
                <a:cs typeface="Yu Gothic"/>
              </a:rPr>
              <a:t>許可された声・写真だけを使用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05987D-7964-4ABB-B000-C520CA6A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529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同意なしではMama Movieを生成しない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8FB4D2-1169-4A07-844E-E8144B88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9600"/>
            <a:ext cx="59436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A902E7-34CF-411A-BDFB-F0440FF3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688F5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3688F5"/>
                </a:solidFill>
                <a:latin typeface="Yu Gothic"/>
                <a:ea typeface="Yu Gothic"/>
                <a:cs typeface="Yu Gothic"/>
              </a:rPr>
              <a:t>確認ログ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A3F562-0D03-423A-95F5-79921DB5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72050"/>
            <a:ext cx="529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3688F5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3688F5"/>
                </a:solidFill>
                <a:latin typeface="Yu Gothic"/>
                <a:ea typeface="Yu Gothic"/>
                <a:cs typeface="Yu Gothic"/>
              </a:rPr>
              <a:t>入力・認識文・ルート・返信・動画状態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2DC003-8974-4E04-B0BE-A8176281F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529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安全対応は見落としにくく表示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BED058-70CD-4334-99F9-2E906D269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59436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D4979F-CFD5-4040-81D2-7E910B89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86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E29A00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E29A00"/>
                </a:solidFill>
                <a:latin typeface="Yu Gothic"/>
                <a:ea typeface="Yu Gothic"/>
                <a:cs typeface="Yu Gothic"/>
              </a:rPr>
              <a:t>技術証跡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F21C32-50C6-43B0-9EFB-0A9A9178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29450"/>
            <a:ext cx="529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E29A00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E29A00"/>
                </a:solidFill>
                <a:latin typeface="Yu Gothic"/>
                <a:ea typeface="Yu Gothic"/>
                <a:cs typeface="Yu Gothic"/>
              </a:rPr>
              <a:t>モデル・原価・レイテンシ・成功／失敗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EDB65F-2311-40EC-8F4C-26AA49F6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543800"/>
            <a:ext cx="529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OrcaRouterを実際に使った証拠として表示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74E4A9-621B-4E1C-8F08-4CC338AE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534400"/>
            <a:ext cx="59436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378921-722B-4072-AA34-A233FB6F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43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DF4B4B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DF4B4B"/>
                </a:solidFill>
                <a:latin typeface="Yu Gothic"/>
                <a:ea typeface="Yu Gothic"/>
                <a:cs typeface="Yu Gothic"/>
              </a:rPr>
              <a:t>秘密情報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7321F8-4C49-430F-A600-C6D58935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086850"/>
            <a:ext cx="529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DF4B4B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DF4B4B"/>
                </a:solidFill>
                <a:latin typeface="Yu Gothic"/>
                <a:ea typeface="Yu Gothic"/>
                <a:cs typeface="Yu Gothic"/>
              </a:rPr>
              <a:t>APIキー・素材を外に出さない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075773-F21E-4826-AADD-71AFAB29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01200"/>
            <a:ext cx="529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スマホ・公開Gitに表示せず、実在の個人情報も使わない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FFD92B-E07A-4410-BB10-FFB4EAD1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014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BD66C8-3AEA-48F3-8114-A943A0F4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53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AIビデオメッセージ 詳細要件 / 2026-08-13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F42645-DB6A-4AC3-8738-777946671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1753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9896182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562314-5CE0-4000-B26D-3FAB82C9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69B68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269B68"/>
                </a:solidFill>
                <a:latin typeface="Yu Gothic"/>
                <a:ea typeface="Yu Gothic"/>
                <a:cs typeface="Yu Gothic"/>
              </a:rPr>
              <a:t>AI HACK 2026 / DETAILED REQUIREMENTS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F36AE7-9DD0-41EA-9A77-B57988FFD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5943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2625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完成条件は3シナリオの再現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641C7B-42AD-4D86-B35E-020C3B16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A32D70-7B9C-4A2D-AA1C-4590797B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38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1EC05C-FE95-4744-A46B-E62FF69D4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62200"/>
            <a:ext cx="59436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D0666C-0D8F-4503-81C7-74BCD2DC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69B6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69B68"/>
                </a:solidFill>
                <a:latin typeface="Yu Gothic"/>
                <a:ea typeface="Yu Gothic"/>
                <a:cs typeface="Yu Gothic"/>
              </a:rPr>
              <a:t>成功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143C4F-E474-4877-BA51-95C22F3C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529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269B68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269B68"/>
                </a:solidFill>
                <a:latin typeface="Yu Gothic"/>
                <a:ea typeface="Yu Gothic"/>
                <a:cs typeface="Yu Gothic"/>
              </a:rPr>
              <a:t>声 → 認識文 → 即時返信 → 動画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C2E1AC-DD65-4198-96BC-10727B0D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529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同じ操作で繰り返し完走できる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30C7AD-957A-456C-9C4E-C54D34727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9600"/>
            <a:ext cx="59436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99B35B-5602-4C95-B1EF-1CEE99DC4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DF4B4B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DF4B4B"/>
                </a:solidFill>
                <a:latin typeface="Yu Gothic"/>
                <a:ea typeface="Yu Gothic"/>
                <a:cs typeface="Yu Gothic"/>
              </a:rPr>
              <a:t>安全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8CB725-3FDA-4A48-9A52-1D0CF04F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72050"/>
            <a:ext cx="529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DF4B4B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DF4B4B"/>
                </a:solidFill>
                <a:latin typeface="Yu Gothic"/>
                <a:ea typeface="Yu Gothic"/>
                <a:cs typeface="Yu Gothic"/>
              </a:rPr>
              <a:t>深刻な声 → 安全案内 → 動画なし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02590A-836C-4F7B-A733-3E5DA995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529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保護者側に要確認として残る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E7D711-214B-4317-8004-CE0A37BA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59436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D884CB-8DD5-4B29-B134-2779DD00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86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E29A00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E29A00"/>
                </a:solidFill>
                <a:latin typeface="Yu Gothic"/>
                <a:ea typeface="Yu Gothic"/>
                <a:cs typeface="Yu Gothic"/>
              </a:rPr>
              <a:t>障害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F32D9A-5CAB-4A87-A9D5-C756AE02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29450"/>
            <a:ext cx="529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E29A00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E29A00"/>
                </a:solidFill>
                <a:latin typeface="Yu Gothic"/>
                <a:ea typeface="Yu Gothic"/>
                <a:cs typeface="Yu Gothic"/>
              </a:rPr>
              <a:t>音声認識または動画APIが失敗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7F12AB-93A3-4AE1-B744-1E905A20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543800"/>
            <a:ext cx="529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再試行・固定動画・テキストで停止しない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54D80B-370E-4ED7-9CC1-F30759A6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067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9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498F8C-45B2-40C8-A780-0543D1F12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991600"/>
            <a:ext cx="561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スマホ縦向きで文字・ボタン・動画が重ならない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B22D14-9DA8-44C6-AAD4-A53176E0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7917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9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734675-6294-41A6-AB89-DC76FEDE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715500"/>
            <a:ext cx="561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前回の録音・返信・動画状態が次回に残らない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602C7C-53F0-4F9B-8090-80734A08B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156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9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84D6EF-1FE0-4C4E-BB0D-2400DAED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439400"/>
            <a:ext cx="561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AI生成・保護者同意・OrcaRouter利用を説明できる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4CFF80-21AE-480E-ADEA-9B0F5323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014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8DAE72-FA3C-4D58-B5FE-D6E0CE89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53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AIビデオメッセージ 詳細要件 / 2026-08-13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3385A8-B827-4C48-9D14-80D8E324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1753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6599339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27C3FD-0E6C-4B73-A5E0-1D4FA2E2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69B68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269B68"/>
                </a:solidFill>
                <a:latin typeface="Yu Gothic"/>
                <a:ea typeface="Yu Gothic"/>
                <a:cs typeface="Yu Gothic"/>
              </a:rPr>
              <a:t>AI HACK 2026 / DETAILED REQUIREMENTS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0D1F51-553B-4F6C-AC15-DA4D4D7CE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5943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2625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主デモと利用シチュエーション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491CA5-0CC8-4092-B57F-D2764E89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F5D449-71FE-4B21-A9F9-AF55D1DDF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38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B776A9-FD03-4905-9369-D09BD1DA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05050"/>
            <a:ext cx="59436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F2DA07-6B98-4089-B7EB-A69CD8EE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3688F5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3688F5"/>
                </a:solidFill>
                <a:latin typeface="Yu Gothic"/>
                <a:ea typeface="Yu Gothic"/>
                <a:cs typeface="Yu Gothic"/>
              </a:rPr>
              <a:t>主デモ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2047EB-03C1-48B8-B678-EAF10837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529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3688F5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3688F5"/>
                </a:solidFill>
                <a:latin typeface="Yu Gothic"/>
                <a:ea typeface="Yu Gothic"/>
                <a:cs typeface="Yu Gothic"/>
              </a:rPr>
              <a:t>母親が仕事中、父親と過ごす子ども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2DF35B-6F47-4F0F-A2B4-641E123A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529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嬉しかったことや寂しさを声で伝え、父親の寄り添いを補助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E8FFB7-4ADE-43E7-8353-57A54438C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9580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269B68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269B68"/>
                </a:solidFill>
                <a:latin typeface="Yu Gothic"/>
                <a:ea typeface="Yu Gothic"/>
                <a:cs typeface="Yu Gothic"/>
              </a:rPr>
              <a:t>留守番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3B0C9D-1E80-4D02-B491-B34337B43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495800"/>
            <a:ext cx="411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『ママがいい』時の気持ちの切り替え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735EBF-60A6-44BD-94C9-07BB600B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8160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6324FF-1AA1-47E3-B0E7-46EDB5F66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269B68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269B68"/>
                </a:solidFill>
                <a:latin typeface="Yu Gothic"/>
                <a:ea typeface="Yu Gothic"/>
                <a:cs typeface="Yu Gothic"/>
              </a:rPr>
              <a:t>就寝前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F8A6F1-9E49-4919-AFCE-D87A23611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524500"/>
            <a:ext cx="411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離れている保護者から短い安心メッセージ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203432-B2D0-4096-8F13-7B5D3D2B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030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46695D-EF58-45FA-99DB-DA0FD434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5320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3688F5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3688F5"/>
                </a:solidFill>
                <a:latin typeface="Yu Gothic"/>
                <a:ea typeface="Yu Gothic"/>
                <a:cs typeface="Yu Gothic"/>
              </a:rPr>
              <a:t>出張・単身赴任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F54C01-F2A9-4DDF-8552-69D86A49D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553200"/>
            <a:ext cx="411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今日できたことを離れた保護者へ伝える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0FC706-4CD2-40B3-9232-F8CC39E9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C533DD-8D22-4657-AFB3-F1A71730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8190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3688F5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3688F5"/>
                </a:solidFill>
                <a:latin typeface="Yu Gothic"/>
                <a:ea typeface="Yu Gothic"/>
                <a:cs typeface="Yu Gothic"/>
              </a:rPr>
              <a:t>祖父母の預かり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29F4B4-9D48-4398-BD94-0A18EDFF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7581900"/>
            <a:ext cx="411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保護者の想いを一緒に確認する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ACE88E-8CA5-4592-8BB5-D9652FF8B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6770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689DFD-BAEE-48F6-8B84-FAA8FB97B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1060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3688F5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3688F5"/>
                </a:solidFill>
                <a:latin typeface="Yu Gothic"/>
                <a:ea typeface="Yu Gothic"/>
                <a:cs typeface="Yu Gothic"/>
              </a:rPr>
              <a:t>保育園から帰宅後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D01771-2ADE-46CE-91B5-91164F0F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8610600"/>
            <a:ext cx="411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その日の成功体験をすぐ受け止める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F7038B-F4BF-4CCD-8178-18B84E5C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29640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AD5181-B252-49AF-8073-5D10AE78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3930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3688F5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3688F5"/>
                </a:solidFill>
                <a:latin typeface="Yu Gothic"/>
                <a:ea typeface="Yu Gothic"/>
                <a:cs typeface="Yu Gothic"/>
              </a:rPr>
              <a:t>特別な日・入院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EED8D5-8A11-46A2-8404-08FBF425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9639300"/>
            <a:ext cx="411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誕生日・発表会や一時的な別居を支える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CC541D-924B-421C-9C26-F31C1832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48950"/>
            <a:ext cx="5943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F2E624-354A-4F13-9681-68FFB0FF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791825"/>
            <a:ext cx="548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DF4B4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DF4B4B"/>
                </a:solidFill>
                <a:latin typeface="Yu Gothic"/>
                <a:ea typeface="Yu Gothic"/>
                <a:cs typeface="Yu Gothic"/>
              </a:rPr>
              <a:t>保育園内の自由利用は将来検討。MVPは家庭利用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D0D59A-FEEA-4E7E-9027-2AD2B415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014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C5879F-A401-488C-85F5-6DE81D63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53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AIビデオメッセージ 詳細要件 / 2026-08-13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52376D-7787-4A4A-BE95-E2C42157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1753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83934955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2B2CDE-2BC7-4C76-AEAA-621A5B40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3688F5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3688F5"/>
                </a:solidFill>
                <a:latin typeface="Yu Gothic"/>
                <a:ea typeface="Yu Gothic"/>
                <a:cs typeface="Yu Gothic"/>
              </a:rPr>
              <a:t>AI HACK 2026 / DETAILED REQUIREMENTS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78D4C-F5B9-44B3-A403-78081270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5943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2625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MVPの境界を固定して実装へ進む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4529CB-ED59-41CC-B30F-7F809664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E399AB-94D0-4D3F-9FF2-D7FBCE83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38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53EACC-9810-4828-A056-E79DE05E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622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269B68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269B68"/>
                </a:solidFill>
                <a:latin typeface="Yu Gothic"/>
                <a:ea typeface="Yu Gothic"/>
                <a:cs typeface="Yu Gothic"/>
              </a:rPr>
              <a:t>今回つくる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E24678-64B2-4A76-A6C4-4BD6FBDF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28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9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BCF586-9867-496D-AFE5-68FD85DD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561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音声入力と認識文の確認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4EF497-6494-49B9-A13A-98CC9FEC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9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4F54D0-4D76-473A-A0F9-41C5468B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561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即時返信・動画・安全の3分岐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E37125-C180-453C-A956-48DFAD674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91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9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2FBF14-DBDA-4A53-973D-C16A5D375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14850"/>
            <a:ext cx="561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待機・完成・失敗・安全の画面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78ABBD-7FDB-45E7-A3FA-270AD3B3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72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9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DC98CD-ED8D-4795-9B7D-D7FE46DA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95900"/>
            <a:ext cx="561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簡易確認ログとOrcaRouter証跡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2ECEE4-54C8-4DAA-B2A7-E428D7F6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DF4B4B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DF4B4B"/>
                </a:solidFill>
                <a:latin typeface="Yu Gothic"/>
                <a:ea typeface="Yu Gothic"/>
                <a:cs typeface="Yu Gothic"/>
              </a:rPr>
              <a:t>今回はつくらない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4954F9-860B-4298-8C39-84EAD82A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81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4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8409A3-8862-4431-A613-454214DE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105650"/>
            <a:ext cx="561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完全なリアルタイム映像会話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763D59-6AEE-422E-9779-0A9F5E04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962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4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78299E-B021-445A-9D77-453DC606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886700"/>
            <a:ext cx="561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本物の母親が現在話しているような表現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53278E-A478-469A-966F-34CFDD91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43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4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09B074-3FFE-4953-A07B-FEF8B786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667750"/>
            <a:ext cx="561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複数家庭・課金・複雑な権限管理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892ABD-F9BB-423B-948A-08B0E606F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525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4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F80822-FC37-4B9A-9EB7-3D2B5A45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48800"/>
            <a:ext cx="561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長時間動画・複雑な編集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02A44A-0122-419C-B848-B3FD7C15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382250"/>
            <a:ext cx="5943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32C1E5-D07B-4CF0-B93F-855082AA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553700"/>
            <a:ext cx="552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別冊チェックリストで承認後、AIと主担当が実装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07247E-2863-4F67-8EEA-D121EAD1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014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5D245D-80E2-4169-A39F-B0CF38D0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53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AIビデオメッセージ 詳細要件 / 2026-08-13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8A8AE8-B5F5-4A27-94CF-D4A3BE6F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1753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784340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2026-08-13T10:07:19.6160000Z</dcterms:created>
  <dcterms:modified xsi:type="dcterms:W3CDTF">2026-08-13T10:07:19.6160000Z</dcterms:modified>
</coreProperties>
</file>