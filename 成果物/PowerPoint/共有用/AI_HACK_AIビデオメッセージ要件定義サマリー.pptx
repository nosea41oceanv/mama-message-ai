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4d6ab5a3b34837" /><Relationship Type="http://schemas.openxmlformats.org/officeDocument/2006/relationships/extended-properties" Target="/docProps/app.xml" Id="R85885f27c4e3465a" /><Relationship Type="http://schemas.openxmlformats.org/officeDocument/2006/relationships/officeDocument" Target="/ppt/presentation.xml" Id="R06b53eb98a58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484a2bb8f94be7"/>
  </p:sldMasterIdLst>
  <p:notesMasterIdLst>
    <p:notesMasterId xmlns:r="http://schemas.openxmlformats.org/officeDocument/2006/relationships" r:id="Rfa81c43c0496441d"/>
  </p:notesMasterIdLst>
  <p:sldIdLst>
    <p:sldId xmlns:r="http://schemas.openxmlformats.org/officeDocument/2006/relationships" id="256" r:id="Rcf4ffb66f49d453d"/>
    <p:sldId xmlns:r="http://schemas.openxmlformats.org/officeDocument/2006/relationships" id="257" r:id="R4d32da075d8f46eb"/>
    <p:sldId xmlns:r="http://schemas.openxmlformats.org/officeDocument/2006/relationships" id="258" r:id="Rba26150496ef4da3"/>
    <p:sldId xmlns:r="http://schemas.openxmlformats.org/officeDocument/2006/relationships" id="259" r:id="R2ecf518805714360"/>
    <p:sldId xmlns:r="http://schemas.openxmlformats.org/officeDocument/2006/relationships" id="260" r:id="R000b9cc17548420f"/>
    <p:sldId xmlns:r="http://schemas.openxmlformats.org/officeDocument/2006/relationships" id="261" r:id="R00ebe8893eaa4d56"/>
    <p:sldId xmlns:r="http://schemas.openxmlformats.org/officeDocument/2006/relationships" id="262" r:id="R5d4f1aeb05f14ff2"/>
    <p:sldId xmlns:r="http://schemas.openxmlformats.org/officeDocument/2006/relationships" id="263" r:id="R61b7e17bac804a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3dbcd94714e33" /><Relationship Type="http://schemas.openxmlformats.org/officeDocument/2006/relationships/slideMaster" Target="/ppt/slideMasters/slideMaster1.xml" Id="R06484a2bb8f94be7" /><Relationship Type="http://schemas.openxmlformats.org/officeDocument/2006/relationships/notesMaster" Target="/ppt/notesMasters/notesMaster1.xml" Id="Rfa81c43c0496441d" /><Relationship Type="http://schemas.openxmlformats.org/officeDocument/2006/relationships/presProps" Target="/ppt/presProps.xml" Id="Re6ab44b29f9e4ab7" /><Relationship Type="http://schemas.openxmlformats.org/officeDocument/2006/relationships/tableStyles" Target="/ppt/tableStyles.xml" Id="R0a31cc7504cd4cc9" /><Relationship Type="http://schemas.openxmlformats.org/officeDocument/2006/relationships/slide" Target="/ppt/slides/slide1.xml" Id="Rcf4ffb66f49d453d" /><Relationship Type="http://schemas.openxmlformats.org/officeDocument/2006/relationships/slide" Target="/ppt/slides/slide2.xml" Id="R4d32da075d8f46eb" /><Relationship Type="http://schemas.openxmlformats.org/officeDocument/2006/relationships/slide" Target="/ppt/slides/slide3.xml" Id="Rba26150496ef4da3" /><Relationship Type="http://schemas.openxmlformats.org/officeDocument/2006/relationships/slide" Target="/ppt/slides/slide4.xml" Id="R2ecf518805714360" /><Relationship Type="http://schemas.openxmlformats.org/officeDocument/2006/relationships/slide" Target="/ppt/slides/slide5.xml" Id="R000b9cc17548420f" /><Relationship Type="http://schemas.openxmlformats.org/officeDocument/2006/relationships/slide" Target="/ppt/slides/slide6.xml" Id="R00ebe8893eaa4d56" /><Relationship Type="http://schemas.openxmlformats.org/officeDocument/2006/relationships/slide" Target="/ppt/slides/slide7.xml" Id="R5d4f1aeb05f14ff2" /><Relationship Type="http://schemas.openxmlformats.org/officeDocument/2006/relationships/slide" Target="/ppt/slides/slide8.xml" Id="R61b7e17bac804a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39e29ad46a45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aaac8483a945f2" /><Relationship Type="http://schemas.openxmlformats.org/officeDocument/2006/relationships/notesMaster" Target="/ppt/notesMasters/notesMaster1.xml" Id="R39f6be82e8cc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0b201bf6e4b73" /><Relationship Type="http://schemas.openxmlformats.org/officeDocument/2006/relationships/notesMaster" Target="/ppt/notesMasters/notesMaster1.xml" Id="Rf99a2ad3cb1c4f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31933c2d44957" /><Relationship Type="http://schemas.openxmlformats.org/officeDocument/2006/relationships/notesMaster" Target="/ppt/notesMasters/notesMaster1.xml" Id="Rb1b88ba6d5194c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b867f3bad4301" /><Relationship Type="http://schemas.openxmlformats.org/officeDocument/2006/relationships/notesMaster" Target="/ppt/notesMasters/notesMaster1.xml" Id="R1de301e59b1a41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3b95dd7904ead" /><Relationship Type="http://schemas.openxmlformats.org/officeDocument/2006/relationships/notesMaster" Target="/ppt/notesMasters/notesMaster1.xml" Id="R2d64b41a32344b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dcaaa6c3d44612" /><Relationship Type="http://schemas.openxmlformats.org/officeDocument/2006/relationships/notesMaster" Target="/ppt/notesMasters/notesMaster1.xml" Id="R0c5df3b809a643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6246c0ac994c25" /><Relationship Type="http://schemas.openxmlformats.org/officeDocument/2006/relationships/notesMaster" Target="/ppt/notesMasters/notesMaster1.xml" Id="R2809ae5db7e34a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1eeb8e2bc946cf" /><Relationship Type="http://schemas.openxmlformats.org/officeDocument/2006/relationships/notesMaster" Target="/ppt/notesMasters/notesMaster1.xml" Id="R353a951279f2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2026\参考\AI HACK 2026 Day1.pdf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2026\参考\【最新】AI_HACK2026_OrcaRouter_deck_v2.pdf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2026\参考\AI HACK 2026 Day1.pdf</a:t>
            </a:r>
          </a:p>
          <a:p xmlns:a="http://schemas.openxmlformats.org/drawingml/2006/main">
            <a:r>
              <a:t>- D:\work\AI HACK 2026\参考\【最新】AI_HACK2026_OrcaRouter_deck_v2.pdf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5a4bcf754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5dcf067134df9" /><Relationship Type="http://schemas.openxmlformats.org/officeDocument/2006/relationships/slideLayout" Target="/ppt/slideLayouts/slideLayout1.xml" Id="Rd3267a2a95ab40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67a2a95ab40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362711430470d" /><Relationship Type="http://schemas.openxmlformats.org/officeDocument/2006/relationships/notesSlide" Target="/ppt/notesSlides/notesSlide1.xml" Id="R3a1615aaebab4d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b4f1112a8432b" /><Relationship Type="http://schemas.openxmlformats.org/officeDocument/2006/relationships/notesSlide" Target="/ppt/notesSlides/notesSlide2.xml" Id="R1b39a6f93b50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cd6cfefe54a1b" /><Relationship Type="http://schemas.openxmlformats.org/officeDocument/2006/relationships/notesSlide" Target="/ppt/notesSlides/notesSlide3.xml" Id="Rceb3ca997c89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df9318a764539" /><Relationship Type="http://schemas.openxmlformats.org/officeDocument/2006/relationships/notesSlide" Target="/ppt/notesSlides/notesSlide4.xml" Id="R2ea9e0f4bffd4d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e32bdf4f04b51" /><Relationship Type="http://schemas.openxmlformats.org/officeDocument/2006/relationships/notesSlide" Target="/ppt/notesSlides/notesSlide5.xml" Id="Re627e761a16e47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20997d258420d" /><Relationship Type="http://schemas.openxmlformats.org/officeDocument/2006/relationships/notesSlide" Target="/ppt/notesSlides/notesSlide6.xml" Id="Ra24668ee1cce4f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a24d3fb31405c" /><Relationship Type="http://schemas.openxmlformats.org/officeDocument/2006/relationships/notesSlide" Target="/ppt/notesSlides/notesSlide7.xml" Id="R6a37f4b0361646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7682e4fca484d" /><Relationship Type="http://schemas.openxmlformats.org/officeDocument/2006/relationships/notesSlide" Target="/ppt/notesSlides/notesSlide8.xml" Id="Ra63bd3cb12ed4c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A389E-9C7F-44D3-8796-0BC2E8E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F7FCA-2292-4878-A0A1-F9C2B377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87C33-0EAC-45BC-A793-ACCFB2D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57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AIビデオメッセージ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要件定義サマリー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7886-7192-485E-86BA-2EFA4590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数分で、目的・体験・MVP・安全・完成条件をそろえる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0A8F2-86CA-4A9C-BC7D-58B527E5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381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9CC2C-FF8E-4469-B0B6-F4B61523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859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5B7EC-FD37-4331-84BF-7B231B2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1847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3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2つの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3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9CBC5-3FA3-4DD5-B987-C612138E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F626E-8193-48E3-8157-AE64232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提出期限  8/15 15:00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EFEE9-3780-4D58-A97D-7DF5198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AI実行・人間レビュー</a:t>
            </a:r>
          </a:p>
        </p:txBody>
      </p:sp>
    </p:spTree>
    <p:extLst>
      <p:ext uri="{BB962C8B-B14F-4D97-AF65-F5344CB8AC3E}">
        <p14:creationId xmlns:p14="http://schemas.microsoft.com/office/powerpoint/2010/main" val="227994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91BC3-39CB-4412-A80A-C774C8B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26143-ED2A-454E-92A4-950E375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課題は、子どもの『今伝えたい』に保護者が常時応答できないこと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1A9C9-B627-4D77-BDE6-4B3BEAA1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72079-04FE-4DD5-82D6-1DF1556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FA23D-6F43-4C20-998D-4E57A3DC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972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51C9D-2DE2-4DDC-B6F3-571AECCA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子ども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A86E0-210C-45CD-AD6E-ACEFCC3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152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できたことや嬉しかったことを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今すぐ伝え、認めてほしい。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AC59A-E1FE-4BD5-9B13-2133A7F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待ち時間が長いと、会話の勢いと安心感が失われる。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7C4F-2D67-468B-A350-F0365934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14500"/>
            <a:ext cx="4972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FE02C-0AAA-45C2-9C40-088C3FF7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保護者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CB0DB-73D0-4139-A115-FF40CAE9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4152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寄り添いたくても、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いつでも応答できるとは限らない。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9BBB3-CC4B-4951-A399-F4F1701A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AIが保護者を置き換えず、許可された想いを短く届ける。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A1C45-E239-4725-8D4A-D8D78CE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99572-2572-4748-9068-F8980B2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5310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価値：特別な瞬間を逃さず、保護者の想いを届ける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4FBFA-9D76-4098-9715-5C3B53AE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Requirement summary / 2026-08-13</a:t>
            </a:r>
          </a:p>
        </p:txBody>
      </p:sp>
    </p:spTree>
    <p:extLst>
      <p:ext uri="{BB962C8B-B14F-4D97-AF65-F5344CB8AC3E}">
        <p14:creationId xmlns:p14="http://schemas.microsoft.com/office/powerpoint/2010/main" val="6062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5E4911-1566-4068-B727-7C008F97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8BEF6-F067-4DC9-8FE4-39D1647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体験は『すぐ返す』と『特別な動画』の二段構え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58E54-B48D-41AB-A71F-A423E9E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56C26-99FD-4376-BD9E-21B9F7B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6C85D-48AF-4E21-B149-381BF1A3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527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DD648-65F6-4EC4-B395-1FE628AB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525D6-DD84-49A0-9B00-B9426745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0AF2E-E5E7-45E4-BE94-E5CC02F2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00DE-8124-4C09-8D37-84539FD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子どもの発言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699D4-19B2-4EFF-BF5B-1D29A43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3CDF6-5867-4033-A42B-3FD60C2A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621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FC479-65B0-4A9B-9AB7-0538F0A4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DA3C7-5084-4B27-9DA2-CF22B386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51972-EF2C-47DC-BAFA-63BF1780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DC7D6-E200-4818-B4FF-5522853B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059EF-B4BF-40A9-B92F-AD1C3422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621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1E69D-2034-4EF3-AE5E-7797A94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E417D-B042-49EA-B34A-94BE7B63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3236B-AB83-46BF-B368-0BFCBB9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待ち時間を埋める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CD1D3-25F8-4AFE-A2AE-075F798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429B5-AB3D-4F8F-A1CF-070102A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4CF53-8208-438A-AF61-D6DB72A4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59B13-5BF8-4D65-A8A6-1DD8238B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19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動画生成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AE75B-F753-4142-92F5-15DEF6DD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特別な時だけ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D0D39-220C-4C13-8A75-8E19972C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454E8-B0B6-40D9-9690-F5AFB133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65BE9-14C6-4363-BFD9-6BB35B13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19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再生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11749-BB49-4467-BB20-3280E367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5〜8秒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8F507-9C1D-4B7B-87D2-24B328E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0F355-CDFD-4418-8FC6-4D4C766F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62525"/>
            <a:ext cx="849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動画APIが失敗しても、固定動画またはテキストへ切り替えて完走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49D94-2583-4E8E-A3DD-44F8181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Requirement summary / 2026-08-13</a:t>
            </a:r>
          </a:p>
        </p:txBody>
      </p:sp>
    </p:spTree>
    <p:extLst>
      <p:ext uri="{BB962C8B-B14F-4D97-AF65-F5344CB8AC3E}">
        <p14:creationId xmlns:p14="http://schemas.microsoft.com/office/powerpoint/2010/main" val="250210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90099F-E94B-4C4E-95EE-4CA3C0B6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BA3C9-F003-43B8-905C-84B87CC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MVPは2シナリオ、9つの機能に限定する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C3FEE-A47B-4820-A305-255EE289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23EFC-2631-4187-8D9F-E9C98158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2743C-9E82-470C-AB10-B2BDA22D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53340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919F1-5582-4923-B2E7-BCBB5C9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成功シナリオ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E195D-21E5-42BF-8AE8-DF29DFD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03137-5D17-436F-B603-FD336A4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文章入力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A8728-BDB0-437E-B239-25FED8D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2A454-1E74-4E3A-A049-DEEBBB56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3分類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D9D24-E308-42CC-BBAC-FEBDF25F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7DF8D-A3F4-4BF7-A5C4-08A02D2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短い即時返信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07640-D7F9-4462-8450-9260CAF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05D85-B4F1-44E2-8776-6535E6F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生成中表示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A9DB5-AB66-4351-AC4D-ECABF51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C4696-00BF-48D2-B879-D72DA65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短い動画再生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5A496-05B8-4FD1-87F0-2780A3B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A1647-6EF9-4DB6-8CA7-A2DC576D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原価・モデルログ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6C706-BC1A-441A-B8C7-5DE979B5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53340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AA6C5-F058-481D-8DBA-B22BF5C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安全シナリオ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EA76E-E9F8-4CBD-AB09-84FDDD05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B9C53-1498-49DD-B620-B08C5BD7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430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危険・深刻な発言を検知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30CD6-84D6-41A2-8B0A-29142CC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E1DEB-42CF-4A04-B373-C06B8E5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67050"/>
            <a:ext cx="430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動画生成へ進めない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5980D-42A4-47B6-8C26-BD2F8713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4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7CAFA-3FB3-4E28-978D-BC7CEF0D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30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母親になりきらない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9F0EAD-8008-44BC-908B-D1F4B07A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50806-1E79-454B-9A1C-7233A479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430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信頼できる大人へ案内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3D9CB-CAB9-457B-AD66-53A21570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76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D52C6-C0BF-4451-8A46-E9EEB8DB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430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保護者確認ログへ記録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C39A2-82A4-4E1D-B12C-FA95D48C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本格課金・複数家庭管理・完全リアルタイム会話は対象外</a:t>
            </a:r>
          </a:p>
        </p:txBody>
      </p:sp>
    </p:spTree>
    <p:extLst>
      <p:ext uri="{BB962C8B-B14F-4D97-AF65-F5344CB8AC3E}">
        <p14:creationId xmlns:p14="http://schemas.microsoft.com/office/powerpoint/2010/main" val="1804262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E7288-3892-4640-9D79-AD681A95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3EFA6-CE7C-40EA-A042-B3B5D854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OrcaRouterは、返答方法とモデルを決める司令塔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B6935-7267-4F0D-92CD-E39FD9B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73F54-7CFD-4ED4-8079-149C85A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3C974-E3B9-4064-81DA-450CAEF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7BCAF-D338-4231-AE93-4763E509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子どもの入力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E6D56-79EE-411E-9C0F-9013A529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C8F17-47D8-42E4-9975-0CF9A3C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2914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3ADFF-12E1-4D96-81C3-187AE2B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AB633-C407-4D36-B3D8-EF1D41E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分類 / モデル選択 / ログ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190FA-96D4-48CB-9849-C2754FE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93D7A-DF1B-4347-AF34-684F068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23E88-5F69-45E2-B646-D49CE84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95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instant_reply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71544-3287-465B-AB9B-514F0E0F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通常会話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F8C1F-6400-40FD-A138-430695F5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B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A6458-C17B-4454-867E-9CA011DA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E9B64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2E9B64"/>
                </a:solidFill>
                <a:latin typeface="Consolas"/>
                <a:ea typeface="Consolas"/>
                <a:cs typeface="Consolas"/>
              </a:rPr>
              <a:t>generate_mama_movie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BDFF1-AE18-4EA9-A0D4-BB835249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80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特別な瞬間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B724D-B9DF-4774-B272-70FD3E7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6C467-2963-4849-95CE-F0CCF60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01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94A4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D94A4A"/>
                </a:solidFill>
                <a:latin typeface="Consolas"/>
                <a:ea typeface="Consolas"/>
                <a:cs typeface="Consolas"/>
              </a:rPr>
              <a:t>safety_escalation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0B95-3FFF-4CF7-A41A-ABA7ECFF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危険・深刻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D7D00-A346-48EB-A80C-073E0C29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710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8CF54-03CC-4EB6-94A9-A29D67B1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記録する証跡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CD298-4795-4EF4-ADE7-B3047C4F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model     selected-model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cost      実測原価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latency   応答時間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route     選択経路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status    成功 / 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8F8EE-46F9-4093-AA07-8ECE69C9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Requirement summary / 2026-08-13</a:t>
            </a:r>
          </a:p>
        </p:txBody>
      </p:sp>
    </p:spTree>
    <p:extLst>
      <p:ext uri="{BB962C8B-B14F-4D97-AF65-F5344CB8AC3E}">
        <p14:creationId xmlns:p14="http://schemas.microsoft.com/office/powerpoint/2010/main" val="1991359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24ADB-C4C4-448E-A105-C8D05290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48822-9770-44DF-A256-C83818EF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母親らしい体験と、AI生成の透明性を両立する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68AB7-D6CA-402F-AD32-60A2FF99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81B90-98EB-4DB4-A48C-1D77FCB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71E1A-48BB-412C-9A45-4BEB71F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334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B5520-9682-4D42-B575-BDAA6C89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体験として伝える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E1698-75DA-492A-85AD-3222D0A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419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『ママからの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ビデオメッセージ』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90AD4-D4C7-4DCB-B962-E6ABE84B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53742-6067-4FA4-8795-27A8BDE4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短く温かい返信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4C916-D349-43A4-8922-54213AEE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AC18D-2246-4EC1-A923-DC5A9FA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子ども向けの分かりやすい言葉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4A889-0E22-4C07-8F57-C4B1899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E1476-5AEE-43CE-BAB8-5B8A88F5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保護者の想いを届ける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AA8ED-DD10-4A72-8A67-830D2F44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334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A50C3-0423-4718-BA05-CFE2DCA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必ず明示する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1E174-CE36-4B7C-BD8D-DB18A082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419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保護者が許可した素材を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AIが使って生成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A8DAC-3E46-470B-9A2B-C357D4F7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37895-D11A-4D01-99F0-03BE121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本人が今話しているとは言わない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3B8AA-2952-45EA-BA27-3972D3F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93478-2813-4D27-A49E-6D9C9E5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767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同意なしに声・顔を使わない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A8D54-9D2B-4EF6-8C18-C95D650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62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CA2E2-AF0D-4732-A154-53EBA230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958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危険な相談は大人へつなぐ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789D8-3228-482D-AACD-CD58016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Requirement summary / 2026-08-13</a:t>
            </a:r>
          </a:p>
        </p:txBody>
      </p:sp>
    </p:spTree>
    <p:extLst>
      <p:ext uri="{BB962C8B-B14F-4D97-AF65-F5344CB8AC3E}">
        <p14:creationId xmlns:p14="http://schemas.microsoft.com/office/powerpoint/2010/main" val="652423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EE9D7-34A3-49BF-B611-70B3785E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AE130-6F1D-479F-920F-4BF783E1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完成判定は『動く・守る・説明できる』の3点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9B373-7612-490B-B0DF-C951B155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6C401-73B1-4423-8619-8280051C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4353D-B9A8-48B0-87FA-5ADC690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BF1EC-10C6-4493-9D15-5E5E17C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F6BD5-16B1-4174-811D-73312BCF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動く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DA0BE-B10D-481C-860B-5D26EA6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40885-5068-4EB9-AB96-B2A6ABCF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成功デモを完走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1088-34CC-411E-A96F-BCF5041A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2635F-BDCA-4BD5-B9E4-D95889F7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API失敗でも停止しない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D9CC7-EF4D-448C-8591-5421642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75828-627C-41B9-AFAC-040452E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同じ入力で再現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16DCE-BA84-4606-8803-0667633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5B7BF-4EF8-4E97-B6F2-AC87F47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44C37-4F16-4125-828C-6A1F04A8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95E96-CC9A-44DD-8689-9C8D0C9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80073-AFCA-4209-A276-528F4CC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危険入力で動画なし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89091-5635-434D-8C1D-23BA768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4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84922-E464-477A-8E1F-81CB51EA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8140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同意済み素材のみ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0FEF8-24CE-4A9B-81D7-FC4CA53D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ED9F1-E0B8-4F88-8CB6-6367AE1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秘密情報を公開しない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A1369-300A-44F0-B248-E1B7A99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238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243B7-E9D3-4BDD-9310-D1BE5AE4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07E67-1C62-457E-8EB5-BA5A1C51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説明できる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3AC2F-D8ED-4CFB-B6A6-0FB3603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582A7-93A9-422D-85C7-3257FC1F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OrcaRouterの実利用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19E19-803B-4017-8496-3F41D483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4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0F26A1-54EC-4030-B2AF-0D10C43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実測原価とレイテンシ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FC250-5F99-425C-92BD-CD14AA95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A128B-8325-42C9-8221-635E3D47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400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AI生成を明示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0813D-D831-4F28-8AC6-3009351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E091C-29E4-47BF-9577-370024F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19750"/>
            <a:ext cx="864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Codexが制作・テスト、人間は10〜15分のレビューと公開承認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62A1E-4FDB-41CC-870F-89671E4F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Requirement summary / 2026-08-13</a:t>
            </a:r>
          </a:p>
        </p:txBody>
      </p:sp>
    </p:spTree>
    <p:extLst>
      <p:ext uri="{BB962C8B-B14F-4D97-AF65-F5344CB8AC3E}">
        <p14:creationId xmlns:p14="http://schemas.microsoft.com/office/powerpoint/2010/main" val="745009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253794-37D5-48A7-B0EC-FF70CA4B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AECCF-80D4-4EF3-A10F-9F1B6BE7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提出は4点。8/15 14:30までに送信完了する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29A28-1B81-45E8-AFD2-392870BA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0E9FE-B44B-453A-9A9A-01B75E2C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3D98D-44A9-4950-973C-D10103E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0FAD4-6AAA-45BC-A8FB-D9E013E2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D54AD-25A5-4C73-BD93-A72AC22A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ソースコード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3522E-E114-48E8-9F83-FAA85D4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5735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Public GitHub または閲覧可能URL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3CF7F-633A-423C-8037-CE6BCC2E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0CE4B-80B5-40A4-A4A4-64408A02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E67EC-37EE-49E6-A8DD-3B22411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デモ動画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84F10-484D-4E65-9C29-701AF4A3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3分以内 / YouTube限定公開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93E00-1797-47DE-BD4B-B57E0BE6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68689-5C1F-4B06-8574-1730F4C9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1A574-730D-455E-810C-233E2542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Qiita・Zenn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19AA8-ECD9-4D29-9320-C7549F47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AI HACK 2026 / OrcaRouterを明記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34D13-0FF5-4D50-A39F-D4957916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A6EED-07EF-444A-8BA7-52AAAF4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F9F06-A625-4C07-961E-DE6F580F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Googleフォーム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37E83-2988-4061-BD83-1ABD5808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3つのURLを入力して送信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A95FC-D60A-4CB8-B1E5-EB4854BC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35433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89D68-B5A7-4318-AFD7-4091D644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記事・動画で示す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ADC56-F9C9-4306-9CC8-A72284BB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097E2-A550-4372-88A4-420C8D43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課題の実在性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0F740-447F-456B-8BAC-C915C9B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F4484-8835-4B8E-962E-3839EB1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AIである必然性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375AF-40B0-4CDC-877C-3154A219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62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EDFD3-4967-418A-A145-7B27398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技術的な作り込み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83899-EC04-491C-A7EA-567A86E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CB34F-3B57-48C7-8DD4-F30DEB2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LLMコスト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E62F5-AEDE-4292-9F3F-C18F827C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E972E3-92D7-4A48-AC0D-26470674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767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セキュリティ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AC7426-8207-482D-BA5A-D65FA9F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34B53E-35DF-461B-9B2E-644DE04E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672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次世代性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0B60B1-E7B6-449D-8A9F-7463631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354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A4D15A-7A4F-4EC3-AB50-4E6166B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5782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公開・送信は人間の承認後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329DD-2580-4F87-ADCB-59E55C9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Requirement summary / 2026-08-13</a:t>
            </a:r>
          </a:p>
        </p:txBody>
      </p:sp>
    </p:spTree>
    <p:extLst>
      <p:ext uri="{BB962C8B-B14F-4D97-AF65-F5344CB8AC3E}">
        <p14:creationId xmlns:p14="http://schemas.microsoft.com/office/powerpoint/2010/main" val="2062653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2026-08-13T08:13:07.6000000Z</dcterms:created>
  <dcterms:modified xsi:type="dcterms:W3CDTF">2026-08-13T08:13:07.6000000Z</dcterms:modified>
</coreProperties>
</file>