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2bf9fc78e34a8c" /><Relationship Type="http://schemas.openxmlformats.org/officeDocument/2006/relationships/extended-properties" Target="/docProps/app.xml" Id="Rc5732928f8f64209" /><Relationship Type="http://schemas.openxmlformats.org/officeDocument/2006/relationships/officeDocument" Target="/ppt/presentation.xml" Id="R91eaf11b4fdd4f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e98ba57b94e5a"/>
  </p:sldMasterIdLst>
  <p:notesMasterIdLst>
    <p:notesMasterId xmlns:r="http://schemas.openxmlformats.org/officeDocument/2006/relationships" r:id="R008c4ee2f0f34678"/>
  </p:notesMasterIdLst>
  <p:sldIdLst>
    <p:sldId xmlns:r="http://schemas.openxmlformats.org/officeDocument/2006/relationships" id="256" r:id="R316956ee03ad458d"/>
    <p:sldId xmlns:r="http://schemas.openxmlformats.org/officeDocument/2006/relationships" id="257" r:id="R9bad7a72a69e40e3"/>
    <p:sldId xmlns:r="http://schemas.openxmlformats.org/officeDocument/2006/relationships" id="258" r:id="R8959f7007bf148eb"/>
    <p:sldId xmlns:r="http://schemas.openxmlformats.org/officeDocument/2006/relationships" id="259" r:id="R088e2efdb7de4a9b"/>
    <p:sldId xmlns:r="http://schemas.openxmlformats.org/officeDocument/2006/relationships" id="260" r:id="Re964cccccd84429d"/>
    <p:sldId xmlns:r="http://schemas.openxmlformats.org/officeDocument/2006/relationships" id="261" r:id="R9a08ce7fd5ed4760"/>
    <p:sldId xmlns:r="http://schemas.openxmlformats.org/officeDocument/2006/relationships" id="262" r:id="R6d5ae0033f844d47"/>
    <p:sldId xmlns:r="http://schemas.openxmlformats.org/officeDocument/2006/relationships" id="263" r:id="Rdcd58cb9be2e4520"/>
    <p:sldId xmlns:r="http://schemas.openxmlformats.org/officeDocument/2006/relationships" id="264" r:id="R3ca037a361e54a12"/>
    <p:sldId xmlns:r="http://schemas.openxmlformats.org/officeDocument/2006/relationships" id="265" r:id="Rdef0c892a677438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882b9e7d55403d" /><Relationship Type="http://schemas.openxmlformats.org/officeDocument/2006/relationships/slideMaster" Target="/ppt/slideMasters/slideMaster1.xml" Id="R036e98ba57b94e5a" /><Relationship Type="http://schemas.openxmlformats.org/officeDocument/2006/relationships/notesMaster" Target="/ppt/notesMasters/notesMaster1.xml" Id="R008c4ee2f0f34678" /><Relationship Type="http://schemas.openxmlformats.org/officeDocument/2006/relationships/presProps" Target="/ppt/presProps.xml" Id="Rf6e1cd42cc884b44" /><Relationship Type="http://schemas.openxmlformats.org/officeDocument/2006/relationships/tableStyles" Target="/ppt/tableStyles.xml" Id="R0308874f7eac40da" /><Relationship Type="http://schemas.openxmlformats.org/officeDocument/2006/relationships/slide" Target="/ppt/slides/slide1.xml" Id="R316956ee03ad458d" /><Relationship Type="http://schemas.openxmlformats.org/officeDocument/2006/relationships/slide" Target="/ppt/slides/slide2.xml" Id="R9bad7a72a69e40e3" /><Relationship Type="http://schemas.openxmlformats.org/officeDocument/2006/relationships/slide" Target="/ppt/slides/slide3.xml" Id="R8959f7007bf148eb" /><Relationship Type="http://schemas.openxmlformats.org/officeDocument/2006/relationships/slide" Target="/ppt/slides/slide4.xml" Id="R088e2efdb7de4a9b" /><Relationship Type="http://schemas.openxmlformats.org/officeDocument/2006/relationships/slide" Target="/ppt/slides/slide5.xml" Id="Re964cccccd84429d" /><Relationship Type="http://schemas.openxmlformats.org/officeDocument/2006/relationships/slide" Target="/ppt/slides/slide6.xml" Id="R9a08ce7fd5ed4760" /><Relationship Type="http://schemas.openxmlformats.org/officeDocument/2006/relationships/slide" Target="/ppt/slides/slide7.xml" Id="R6d5ae0033f844d47" /><Relationship Type="http://schemas.openxmlformats.org/officeDocument/2006/relationships/slide" Target="/ppt/slides/slide8.xml" Id="Rdcd58cb9be2e4520" /><Relationship Type="http://schemas.openxmlformats.org/officeDocument/2006/relationships/slide" Target="/ppt/slides/slide9.xml" Id="R3ca037a361e54a12" /><Relationship Type="http://schemas.openxmlformats.org/officeDocument/2006/relationships/slide" Target="/ppt/slides/slide10.xml" Id="Rdef0c892a67743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d853ac9dec4b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681057eed45fd" /><Relationship Type="http://schemas.openxmlformats.org/officeDocument/2006/relationships/notesMaster" Target="/ppt/notesMasters/notesMaster1.xml" Id="Rd43e588074ff48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11693c7d35432c" /><Relationship Type="http://schemas.openxmlformats.org/officeDocument/2006/relationships/notesMaster" Target="/ppt/notesMasters/notesMaster1.xml" Id="R290de86d805b44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535232621148c9" /><Relationship Type="http://schemas.openxmlformats.org/officeDocument/2006/relationships/notesMaster" Target="/ppt/notesMasters/notesMaster1.xml" Id="Rded5002054a045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ddf637fb5745ed" /><Relationship Type="http://schemas.openxmlformats.org/officeDocument/2006/relationships/notesMaster" Target="/ppt/notesMasters/notesMaster1.xml" Id="R4d4d0a43f27b45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4f570556f84d41" /><Relationship Type="http://schemas.openxmlformats.org/officeDocument/2006/relationships/notesMaster" Target="/ppt/notesMasters/notesMaster1.xml" Id="Rbca3d840379d40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5cd03647ca4d4e" /><Relationship Type="http://schemas.openxmlformats.org/officeDocument/2006/relationships/notesMaster" Target="/ppt/notesMasters/notesMaster1.xml" Id="Ra5e78903c6f144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5f43ddca8c4539" /><Relationship Type="http://schemas.openxmlformats.org/officeDocument/2006/relationships/notesMaster" Target="/ppt/notesMasters/notesMaster1.xml" Id="R0aa166352dd44c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8dfd8c995f4b3a" /><Relationship Type="http://schemas.openxmlformats.org/officeDocument/2006/relationships/notesMaster" Target="/ppt/notesMasters/notesMaster1.xml" Id="Rad40fe876a3a45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271510fd654ee2" /><Relationship Type="http://schemas.openxmlformats.org/officeDocument/2006/relationships/notesMaster" Target="/ppt/notesMasters/notesMaster1.xml" Id="Rbe873b1d1da34c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c99040569a4295" /><Relationship Type="http://schemas.openxmlformats.org/officeDocument/2006/relationships/notesMaster" Target="/ppt/notesMasters/notesMaster1.xml" Id="R7ac5c4cab775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  <a:p xmlns:a="http://schemas.openxmlformats.org/drawingml/2006/main">
            <a:r>
              <a:t>- D:\work\AI HACK 2026\参考\AI HACK 2026 Day1.pdf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2026\docs\hackathon-build\prd.md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  <a:p xmlns:a="http://schemas.openxmlformats.org/drawingml/2006/main">
            <a:r>
              <a:t>- D:\work\AI HACK 2026\参考\AI HACK 2026 Day1.pdf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  <a:p xmlns:a="http://schemas.openxmlformats.org/drawingml/2006/main">
            <a:r>
              <a:t>- https://developers.openai.com/codex/app/worktrees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2026\参考\AI HACK 2026 Day1.pdf</a:t>
            </a:r>
          </a:p>
          <a:p xmlns:a="http://schemas.openxmlformats.org/drawingml/2006/main">
            <a:r>
              <a:t>- D:\work\AI HACK 2026\参考\【最新】AI_HACK2026_OrcaRouter_deck_v2.pdf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D:\work\AI HACK 2026\docs\team\TEAM_WORKFLOW.md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ba91a6c4945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ba6deca7eb4233" /><Relationship Type="http://schemas.openxmlformats.org/officeDocument/2006/relationships/slideLayout" Target="/ppt/slideLayouts/slideLayout1.xml" Id="R24a863a06fe8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a863a06fe8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14c338a7d4bcf" /><Relationship Type="http://schemas.openxmlformats.org/officeDocument/2006/relationships/notesSlide" Target="/ppt/notesSlides/notesSlide1.xml" Id="Red809012f18149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35d21cb54a21" /><Relationship Type="http://schemas.openxmlformats.org/officeDocument/2006/relationships/notesSlide" Target="/ppt/notesSlides/notesSlide2.xml" Id="R9750ccd1b1394a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8560528ccf4011" /><Relationship Type="http://schemas.openxmlformats.org/officeDocument/2006/relationships/notesSlide" Target="/ppt/notesSlides/notesSlide3.xml" Id="Rd97a343b66c546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21217c51242bc" /><Relationship Type="http://schemas.openxmlformats.org/officeDocument/2006/relationships/notesSlide" Target="/ppt/notesSlides/notesSlide4.xml" Id="Rea319ce65e0e4c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3471595384e3c" /><Relationship Type="http://schemas.openxmlformats.org/officeDocument/2006/relationships/notesSlide" Target="/ppt/notesSlides/notesSlide5.xml" Id="Rbed5a55ab1f946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99c6472fd4d2e" /><Relationship Type="http://schemas.openxmlformats.org/officeDocument/2006/relationships/notesSlide" Target="/ppt/notesSlides/notesSlide6.xml" Id="Rbf235b0c4eec41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d1168be2d47f3" /><Relationship Type="http://schemas.openxmlformats.org/officeDocument/2006/relationships/notesSlide" Target="/ppt/notesSlides/notesSlide7.xml" Id="R70c9c44f1bc640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a036e005e459f" /><Relationship Type="http://schemas.openxmlformats.org/officeDocument/2006/relationships/notesSlide" Target="/ppt/notesSlides/notesSlide8.xml" Id="Raacdf7e7ece346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63c023877490e" /><Relationship Type="http://schemas.openxmlformats.org/officeDocument/2006/relationships/notesSlide" Target="/ppt/notesSlides/notesSlide9.xml" Id="R214d4f97456e43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9a0ee86b943a3" /><Relationship Type="http://schemas.openxmlformats.org/officeDocument/2006/relationships/notesSlide" Target="/ppt/notesSlides/notesSlide10.xml" Id="Rf2d64d9f91694c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BBEC2-B4F4-491E-BA8E-04EA139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CDAAA-632E-4A84-BEE1-490C3C2A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BEDD5-54CF-41D0-B413-A078C081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3人チーム開発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4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進行ガイド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61848-E234-4E6F-8F5B-8D759B3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AI実行・人間レビュー・Git運用・提出までの工程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AF69A-DFBB-4DA1-8426-F451FD1D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提出期限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50C4B-4A8E-4656-B104-7FFA2468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52650"/>
            <a:ext cx="2190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8/15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37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15:00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1983E-E8B3-46B7-81BA-E2932F0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48A70-869A-496B-88DB-C5763BE8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00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チーム内提出目標  8/15 14:30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95501-5C24-47A3-A783-21CB1DF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2026-08-13</a:t>
            </a:r>
          </a:p>
        </p:txBody>
      </p:sp>
    </p:spTree>
    <p:extLst>
      <p:ext uri="{BB962C8B-B14F-4D97-AF65-F5344CB8AC3E}">
        <p14:creationId xmlns:p14="http://schemas.microsoft.com/office/powerpoint/2010/main" val="1116153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52AF6A-1AFB-4884-BCC2-30BDDD53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1FB76-8B96-4388-8728-E97CC7C7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完成させるのは、保護者の想いを届ける一本の体験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79BA8-313A-481D-BD86-D7FC5DCE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9DB8C-3801-4CA7-B44E-96EF68E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A1D5D-B7A9-478B-9F8E-2DDB3EE0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子どもの特別な瞬間に、保護者同意済みの素材を使い、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AIが短いビデオメッセージを届ける。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FC535-38EB-4590-ACB9-F45DC592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90850"/>
            <a:ext cx="52197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3F3DD-858D-4D70-9F6A-0CF211B1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今回つくる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FC4C6-9B85-4BE4-B05B-36C73BDC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D751C5-9587-435A-A6DD-2754B692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入力直後の短い返信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0D989-F5A0-402D-8A77-8C5FEA6D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C188B-A4CF-44C9-9815-E0F67DE0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特別な瞬間の5〜8秒動画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FA5FF-32E2-447D-B84E-375DF33D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76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9A5FC-544F-458B-925D-23DC59F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危険な相談を大人につなぐ分岐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4A346-3994-438F-8A7B-3FA6957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5D81E-9835-4C21-B414-148DF8EC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OrcaRouterの原価・モデルログ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6E82B-554B-4583-ABAD-E8E6B72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90850"/>
            <a:ext cx="52197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EE03B-5218-4AA8-8A89-994A30B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今回はつくらない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DF48B-9456-4BB3-B0BB-9FF2EAC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38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82011-0B44-46A3-AF40-00C6FFF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719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本物の母親とのリアルタイム通話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A2EC86-0E4A-43F5-A4BB-F3919519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57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D1DE2-D8A0-4B93-B3C2-3EB2455F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AIが母親本人だと誤認させる表現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1D878-EFBC-4BCD-882D-C6D2B641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76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E6470D-2265-4AF5-94CD-34EE9913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本格的な課金・複数家庭管理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49B43F-A319-4AB8-998D-DEA2DAB2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95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974FC9-9DFE-464F-A5DF-22EC7D82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29200"/>
            <a:ext cx="421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医療・緊急相談をAIだけで解決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1DEBC-921A-4E42-AB6F-F7B971B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1009369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C4ED2-846D-4E54-8ED2-1F75473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172B1-7772-4113-81D2-CB120BDA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デモは5段階、最初から最後まで止めずに見せる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E769A-EA00-4425-9B90-10DBFB5E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7F562-FB42-4685-AD39-5471220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A333E-EE6B-4B19-BF33-45E0EB54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C9982-9475-45D7-A5CC-4A2A56CD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A89B4-EF2B-4DC9-B7CD-502338C9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ABA112-7CF6-4CD7-B3B8-C6AADFEA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400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DE011-3F23-4869-8F04-73F3862D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5057B9-743F-440E-9378-8485BEE5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E5E397-8895-4192-A19F-D1FFEE40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子どもが入力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929F4-39FC-4B89-9280-6F864514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『ブロックでおうちを作ったよ』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8829A-184D-41AA-9F4F-49A40C8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383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19EDC-433B-477E-8328-5228D111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15F07-25E8-4C7F-87F2-090724F1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57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0C0C76-DAAD-4BE3-A61B-E47D4644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3種類に分類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0DD02A-1D36-462F-9913-FD5C09E9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383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AAA46-E1C4-4BDB-92D4-FD47FF70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714B0-BCBD-4584-BE22-7A489B1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即時返信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AE1C4-167F-4278-B026-24B3DAC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6235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待ち時間を埋める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B46FC-37E3-47D1-B8BA-E207BC57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1331F8-404E-4021-847A-3DA5C242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A6EFB-143A-4E88-9A86-ED3738AD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動画を準備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6B689-C7CB-4609-A835-0320E2F8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6235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生成中を明示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B62D7-A9BB-4689-B4E0-A7601EF5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38350"/>
            <a:ext cx="18669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BA99D6-1E6A-46DD-BD6F-F71B9F30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3E8F9-43CF-42A0-AE54-70AD8631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57500"/>
            <a:ext cx="152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Mama Movie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5B665D-FEEF-497A-B2AD-B0AF5DED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1562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5〜8秒を再生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47D8BA-1483-4498-BF74-CB811B8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81550"/>
            <a:ext cx="830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390EB0-9097-4EC1-BB0F-2E356B1D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981575"/>
            <a:ext cx="7772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APIが失敗しても固定動画またはテキストへ切り替え、デモを完走する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4379B0-DA1D-47B8-B15B-42C4DA9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1147313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C9A278-97AF-4C28-8E70-03CDC7A0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3103F-BAF4-4E8F-BD0D-DF3997B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Codexが実行し、人間3人は短時間レビューに集中する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E61BCE-F6AE-4701-B244-B66CFF4D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60313-0349-48B7-9318-AC489FE3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B6454-4306-460A-B76A-9C5FFF91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5052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B025C5-2AF1-4777-A6B2-41F9A44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3505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6E43F-47BA-4329-A660-4BDBD2BA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実行担当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4F1AC-632A-4838-BF96-DE1BBF44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Codex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D366D-4148-4635-98D8-AA314E2D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670"/>
                </a:solidFill>
                <a:latin typeface="Consolas"/>
                <a:ea typeface="Consolas"/>
                <a:cs typeface="Consolas"/>
              </a:rPr>
              <a:t>実装・資料・記事・提出準備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F1AD5-D05F-4187-8AD5-84850987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D339C-0095-4678-BC6A-96B009A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979AE-9F88-4EF3-950C-5DFAD02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アプリ実装とテスト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1A422-0E4B-41D7-8052-C04B80FF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14BD2-419E-4054-BA5A-AFA93132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9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資料・記事・動画台本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2D00F-B367-40FC-A21C-F1076D78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FC88B-E1F2-47D8-BEC2-75E10A0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提出内容を準備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21B42B-063A-44F1-B899-AAC63A9C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5052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3ECED-65A0-4F92-8CFA-614104C7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505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A70BC-B097-4F97-83D7-A203EAF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レビュー 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1E7DDC-01DC-4C59-8771-2E8C172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主レビュアー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71E16-C0D1-49B8-8959-4F55E9DF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670"/>
                </a:solidFill>
                <a:latin typeface="Consolas"/>
                <a:ea typeface="Consolas"/>
                <a:cs typeface="Consolas"/>
              </a:rPr>
              <a:t>判断・承認責任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36A1A-FA05-4D1B-8F9D-F10817E2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114E65-0D8D-469D-8D19-6DD6E23D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27A9D-9F66-4AE0-ADD6-29FD0255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052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方向性と安全方針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B2E6A-392F-4AF2-86BD-1C3094E2C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F055D-C8BD-4BE2-A7DC-3294DA16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19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MVP・動画・記事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5FE93-7809-4B38-AE52-58B4312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CDDE44-6A16-445E-B37B-F5DC6118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339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外部公開を承認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E227E5-1D8C-440E-BA10-2D3FBD92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505200" cy="413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EEB0DD-3C03-4FB8-9B1B-126A45E8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57350"/>
            <a:ext cx="3505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E8A2D-0F55-422B-AA8F-FE25EE0D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0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レビュー 各15%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957B82-4043-45E4-852C-75D148E0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レビュアーA / 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5517D7-7374-4687-A954-48A9359E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C6670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5C6670"/>
                </a:solidFill>
                <a:latin typeface="Consolas"/>
                <a:ea typeface="Consolas"/>
                <a:cs typeface="Consolas"/>
              </a:rPr>
              <a:t>体験・伝達・提出確認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CBEC8B-2B3F-4FD8-AED5-176DB030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04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2A802A-A254-456F-A4FC-B455023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71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00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282E5-5095-4299-A39C-5AF2574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052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子ども体験と安全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3EE9AA-22A2-4ED6-B37F-2709C086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862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00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ABEA21-99DD-46C9-9FF3-93CF2461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196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動画・記事の伝達力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14D099-A433-4FE4-8562-BE335775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A00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78A88C-104D-4BA8-8F85-717C3C47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339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URL・権限・フォーム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E7D458-A0C6-4603-BB4F-2274D7EF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人間は実装しない。レビューは10〜15分で『承認 / 修正 / 保留』を返す</a:t>
            </a:r>
          </a:p>
        </p:txBody>
      </p:sp>
    </p:spTree>
    <p:extLst>
      <p:ext uri="{BB962C8B-B14F-4D97-AF65-F5344CB8AC3E}">
        <p14:creationId xmlns:p14="http://schemas.microsoft.com/office/powerpoint/2010/main" val="18738923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31A389-55AE-46F4-9771-253F0EA2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34E80-004B-44F6-A6B0-35F37BC1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13日に縦一本、14日に提出可能、15日は提出だけ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47542-2509-44F3-8B0B-4AE9FB77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E1F87-7EF0-4C70-A332-665BE958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EB917-6BF9-41DE-818C-D3727152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9041C1-BE21-4F8D-A10E-27D97186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723FB2-DFA8-49A3-BE48-643D90EA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8/13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A10631-1A69-48A1-8B4D-CDE6441E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動く縦一本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9434F-B897-449F-885B-4FC51CE2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Git準備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モックで成功デモ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最初の統合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17C3F-A159-41A4-BD4E-757A6274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BC933-8FF9-4B4E-8E60-52B46689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8/14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ED25A-875E-4B6C-9B4E-245C76D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90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本番接続と提出物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FFEC7-FD58-4C9E-A202-21A9D4F5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6240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OrcaRouter・動画API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安全分岐・実測ログ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動画・記事・README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1544C-56BB-4695-9B94-6AA0931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4CF95-DD47-4209-A5F2-FA2D7026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8/15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CB7C7-C00E-44CF-B299-E8A0BED2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909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提出に集中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8618A-DBD1-41F2-9BB1-07D41E7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2781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10時 動画確定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11時 記事公開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14:30 フォーム送信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3CE5DF-7B94-4F11-B528-B4CF08ED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1201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70D44-B31F-47DE-98AD-BB7713E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67375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15日は新機能を追加しない。再現性、URL、権限、送信完了を優先する。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27D16C-6A12-44AD-B5A8-1090DA2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58625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CFF556-D281-49DC-A3B4-134BBD9F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77B00-B015-4C7C-BCE0-E518D498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GitHubを正本にし、Codexの成果物を人間が承認する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B40E8-8D8F-43CE-893E-F0016ED9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492D9-33C0-4A07-BE36-FC83EFBE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698F2-BFFD-43FA-B657-510131EC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718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18EE4-D561-424C-9E31-DC584C55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9950"/>
            <a:ext cx="419100" cy="647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0084D-CB31-459C-BDD9-512A5A2C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3009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FF505-212A-4C2B-AAAA-DAD3F947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1960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main / デモ可能な正本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CE262-E37E-4854-9700-D131448D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7A758-B392-4672-BF74-BF84A8A5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Codex: core-mvp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FA775-BADC-4ED5-A043-36FAD8B6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実装・テスト・統合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EBB47-205D-4F5C-8BE7-05A1037F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E9B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40DBF-E837-4ACE-A0DB-7849F590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主レビュー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E5500-70F1-4B31-9348-8CA8ED60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方向性・安全・公開承認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BD1CD-8B9D-4596-A5FB-AACCDFFA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098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A00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4CF95-31F4-4DDB-8B52-F3ADA1E2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補助レビュー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692FA-298C-4DEE-8D09-4106198D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2171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体験・記事・提出確認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F30977-4C87-4D91-AF6F-8B407D26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57400"/>
            <a:ext cx="18669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D97109-0F99-447E-B3AA-2426EED1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05050"/>
            <a:ext cx="1409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共通ルール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23C7B5-F5EB-4B77-8F37-91268B4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24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82989-6AA3-4C7F-A268-B6DF16BF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57500"/>
            <a:ext cx="118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AIが作成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6AFE2-AAB7-4ECF-8E05-466B50CF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838D88-9843-4762-B1D5-E345BEB0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267075"/>
            <a:ext cx="118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自動テスト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5A44CD-FD46-45F6-A483-7C47CE6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43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C4C22-9F01-4407-8592-38F9C64C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676650"/>
            <a:ext cx="118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人間レビュー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5A574-8B05-49FE-A1B4-BB54F4D7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5A2B9-5EB3-4BA9-A4D5-CF59E31D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086225"/>
            <a:ext cx="118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秘密はGit外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FBD7D-1AB5-469E-957B-7CB4CEEF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62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FBD90-E358-4C83-9123-4677EA5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495800"/>
            <a:ext cx="11811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公開前に承認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A57A8-6404-4D53-8163-C362FF4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467350"/>
            <a:ext cx="6438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GitHub・YouTube・Qiita/Zenn・フォーム送信は承認後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4FAEE6-8B5E-4EC6-A3B7-23D96879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2137317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1951D-7DC5-451F-A0A8-7CAFFD69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5B831-D209-4DA9-8B78-3CABF263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担当間では、画面ではなくデータ形式を約束する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F40D9-A0FC-400F-8F75-464175C0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FB6B5-31EE-4CED-9E71-6275EEDC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DFEFA-FDB7-4E08-8EBF-B7DAD71B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57350"/>
            <a:ext cx="67056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F3C7E9-038D-48CD-8A89-C2AC6635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61722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"route": "generate_mama_movie",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"instantReply": "すごいね！",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"movieMessage": "いつでも応援しているよ",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"safetyMessage":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"requestLog": 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"model": "selected-model",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"cost":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"latencyMs": 0,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  "status": "success"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  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79BA0-9903-48B7-9168-44447D0B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526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AIの3分類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6F757-01D5-4D41-B454-1B68DCE5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14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4DDE4-7991-4A07-9227-174F550C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4790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instant_reply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6CE8F-70E8-4B67-A17C-0C8C009D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71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E97C0-FFCB-45DC-B5C7-75A69008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generate_mama_movie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EE4716-9F63-4425-A15D-892159E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28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D66D12-B9D2-4ECC-B360-78F2EB6B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safety_escalation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51775-F69B-4D8A-9461-908D5A4B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100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動画の4状態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CD3B5-C06C-4228-9D0A-8B5D3B07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719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07326-1F32-4285-B56D-C2AB602A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053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B9810F-178A-4065-AEE4-FA91821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72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C5816-FB95-45E8-8254-BB6B2AF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0535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90FA7-90B9-40AA-8ED2-CA5EFD7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72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8390B5-0660-4FA8-AF12-E5D9E1CD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054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BCE6D2-CFE3-4C20-8E91-5948E460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5721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42991F-14F9-4DC7-A63A-B8E790C9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0545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failed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C8AC28-1D1B-40CC-B53F-DB41844F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キー名と意味を固定すれば、各担当はモックで先に進められる</a:t>
            </a:r>
          </a:p>
        </p:txBody>
      </p:sp>
    </p:spTree>
    <p:extLst>
      <p:ext uri="{BB962C8B-B14F-4D97-AF65-F5344CB8AC3E}">
        <p14:creationId xmlns:p14="http://schemas.microsoft.com/office/powerpoint/2010/main" val="11358900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17D1B-193F-4C5C-A8AD-1C8620F0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EC7CE-3C75-480C-9E3C-4575FBDD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AIが進め、人間は短いレビューだけを担当する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0D958-473C-451F-A7A4-CC14F4CC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0B603-BB7F-4D77-BE46-7FB56A76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38E05-FADC-462F-9522-5ABD237D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323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AE2EA-A8D9-45FC-940A-26F664B2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64134-B344-411E-B164-90113007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F0ECA-3C02-49FD-9DD5-B15602F9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主レビュー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FEED2D-D6B4-4EAE-B651-ED80D48A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2705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方向性・安全・外部公開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最終判断だけを担当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D6A3D-1E92-4057-A9E5-17B62F6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323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C40F9-44F2-435F-8E04-D24C1E907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335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211F6-A82D-4457-843D-F639A96D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1274D-AE77-47A3-B3B3-70DE285A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体験レビュー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066C7-CA44-41F4-8939-FD11D287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2705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子ども向け文言と画面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安全シナリオを確認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3BF60-3AD4-4485-8DC9-0A0DDA91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23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462279-E922-410E-B4CB-D4A067C9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33550"/>
            <a:ext cx="3238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0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C0965-F970-4A6B-B4F0-289B2609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750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3750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15%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1B8683-50FB-42C9-BA65-13758ABA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705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提出レビュー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D7A92-CE28-4DE7-8667-72E78226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48100"/>
            <a:ext cx="2705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動画・記事・URL・権限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送信前だけを確認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EC2A2F-8A53-4E1B-A595-1B1CF483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57850"/>
            <a:ext cx="796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実装・テスト・資料・記事・提出準備はCodexが行う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2B3175-9F74-4259-A188-17D0F71B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13059023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439193-391E-4F31-B2DF-994D40D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5DFBC-2C61-45B2-877E-D7580AD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提出物は4点。審査証跡をそれぞれに埋め込む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B9CD4-A021-4341-99BE-A12453B3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CD3EB-5155-494A-84E3-0AA6916B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C53CC-0621-41C7-A97E-A8E35529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2D62FA-5800-4EE9-836C-2181AF0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2FD21-7A18-4475-8328-A8DDA46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ソースコード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DC196-EEA6-43A2-8B0E-6558A35B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Public GitHub または閲覧可能な共有URL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B4B35-1AA5-44AC-8E0B-19DECB42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273F1F-94C4-433D-84B7-46873A67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527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6BD9A-9E50-4F06-A0C6-10B3E45C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デモ動画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A58BD-2C3A-4AE2-BDEC-0908F3D3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146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3分以内 / YouTube限定公開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78FE6-44E7-4C38-9AEB-C611E4FF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64380-1235-49ED-9B9F-29D64B9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F6D1A9-0628-482C-BAE4-01F5904F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Qiita・Zenn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027E43-B8CA-46D6-A213-52C021D3C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909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AI HACK 2026 / OrcaRouterを明記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884C0-744F-46E7-A8AC-9FA2C71B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3C135-2C15-48F0-94AE-D77C1814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E3A00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FF2D4-FE69-4E6A-97E9-EAE11235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48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Googleフォーム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A92C08-F69D-45E7-801F-BE10263E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672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8/15 14:30までに送信完了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0DC29-C808-4005-B868-D4D18CD0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19250"/>
            <a:ext cx="35433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51FE99-8181-438C-9A2F-2D4D5610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必ず見せる証跡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5316A-7A95-42F8-93CA-4F497557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62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ECC761-BB2D-4BD0-9A09-18EB0755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955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OrcaRouterの実利用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10184-BA2A-4E45-8F54-9156D2B1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249429-08B9-41C8-8697-9F03743C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モデル・原価・レイテンシ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9FF8C5-D7EC-449B-997E-492AE017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B2876B-54E0-40DC-A0D3-9BFE2A80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安全分岐と保護者同意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22D902-CFF0-497D-ACC8-5185021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BBC544-266A-4D58-AF1B-05EAD241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API失敗時のフォールバック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2B0A7-24A1-435F-9731-3906850E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ECC670-5CF4-45C8-A36C-2FFA764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243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課題とビジネス仮説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BC326C-FA5B-4CAD-B16F-09C2F23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3543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B504E1-55E5-49C7-A61F-74D59452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38775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D94A4A"/>
                </a:solidFill>
                <a:latin typeface="Yu Gothic"/>
                <a:ea typeface="Yu Gothic"/>
                <a:cs typeface="Yu Gothic"/>
              </a:rPr>
              <a:t>15:00を1分でも過ぎると審査対象外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1776AC-BE2A-44FA-8856-84C72112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Team alignment / 2026-08-13</a:t>
            </a:r>
          </a:p>
        </p:txBody>
      </p:sp>
    </p:spTree>
    <p:extLst>
      <p:ext uri="{BB962C8B-B14F-4D97-AF65-F5344CB8AC3E}">
        <p14:creationId xmlns:p14="http://schemas.microsoft.com/office/powerpoint/2010/main" val="3444915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667A9-3126-4F29-9E58-36BE545C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AI HACK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CD733-31E9-4972-B648-1A02ADC9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今から60分、Codexが作り、人間は最後に10分だけ見る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46113-FB65-4E49-BF97-C5D8EE4C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52042-D73B-465E-8BA6-2237F4FB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323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6166D-5A62-4B9D-8AB3-932541E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0–10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B5466-C883-4DB5-9801-09C2E34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人間が決定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6DDFB-7CC3-4F7B-B38C-3281D808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19250"/>
            <a:ext cx="661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主レビュアー / プロダクト名 / 公開方針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561CCF-77F9-41B6-BFC7-274BA792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431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15BAC-D0E9-4C16-8BFF-DF6985A2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10–20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1BDA0F-4DF5-4A13-B852-6B0B894A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908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Codexが準備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9994A-C355-4B1F-886B-C922DBF7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661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Git・構成・接続JSON・実装順を固定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84B392-2F0E-4D7B-9EEE-9E78FA67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33A87-0C1D-4F0C-ABD8-6CC4A804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3D8DFF"/>
                </a:solidFill>
                <a:latin typeface="Yu Gothic"/>
                <a:ea typeface="Yu Gothic"/>
                <a:cs typeface="Yu Gothic"/>
              </a:rPr>
              <a:t>20–50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F0AF6-041D-448B-8C9A-E198F58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814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Codexが実装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15A50-5266-4FFD-8B3B-DECE290E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00450"/>
            <a:ext cx="661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画面 / 分類 / 固定動画を一本につなぐ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C2A43-69EC-4DB6-A6B8-334B08C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53F912-66BC-427C-9B0A-666BCD78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E9B64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E9B64"/>
                </a:solidFill>
                <a:latin typeface="Yu Gothic"/>
                <a:ea typeface="Yu Gothic"/>
                <a:cs typeface="Yu Gothic"/>
              </a:rPr>
              <a:t>50–60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A04F9-879B-4A3D-8005-2DD8F960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111"/>
                </a:solidFill>
                <a:latin typeface="Yu Gothic"/>
                <a:ea typeface="Yu Gothic"/>
                <a:cs typeface="Yu Gothic"/>
              </a:rPr>
              <a:t>人間がレビュー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2E6EF-E705-41C3-811B-7207F1E5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91050"/>
            <a:ext cx="661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画面 / 文言 / 安全性を承認または修正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D6A99-7F7E-4AB2-82A6-073AC2B1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9DCC02-DDDE-4C99-9D3E-370DBD23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91200"/>
            <a:ext cx="10172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レビュー結果を受け、Codexが次の修正と本番接続へ進む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2133A8-0991-4691-89D6-23353C30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defRPr>
            </a:pPr>
            <a:r>
              <a:rPr sz="900" b="0">
                <a:solidFill>
                  <a:srgbClr val="5C6670"/>
                </a:solidFill>
                <a:latin typeface="Yu Gothic"/>
                <a:ea typeface="Yu Gothic"/>
                <a:cs typeface="Yu Gothic"/>
              </a:rPr>
              <a:t>人間の作業は判断と承認。制作作業はCodexに集約する</a:t>
            </a:r>
          </a:p>
        </p:txBody>
      </p:sp>
    </p:spTree>
    <p:extLst>
      <p:ext uri="{BB962C8B-B14F-4D97-AF65-F5344CB8AC3E}">
        <p14:creationId xmlns:p14="http://schemas.microsoft.com/office/powerpoint/2010/main" val="316397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2026-08-13T08:13:08.6190000Z</dcterms:created>
  <dcterms:modified xsi:type="dcterms:W3CDTF">2026-08-13T08:13:08.6190000Z</dcterms:modified>
</coreProperties>
</file>