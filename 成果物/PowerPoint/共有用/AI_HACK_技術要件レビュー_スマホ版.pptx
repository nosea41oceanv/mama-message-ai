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4fb52bb9bd4ab0" /><Relationship Type="http://schemas.openxmlformats.org/officeDocument/2006/relationships/extended-properties" Target="/docProps/app.xml" Id="Re79f03602d134302" /><Relationship Type="http://schemas.openxmlformats.org/officeDocument/2006/relationships/officeDocument" Target="/ppt/presentation.xml" Id="R97806aec2a0945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d246f3c84f446e"/>
  </p:sldMasterIdLst>
  <p:notesMasterIdLst>
    <p:notesMasterId xmlns:r="http://schemas.openxmlformats.org/officeDocument/2006/relationships" r:id="Rb81ca5dc5a6640d2"/>
  </p:notesMasterIdLst>
  <p:sldIdLst>
    <p:sldId xmlns:r="http://schemas.openxmlformats.org/officeDocument/2006/relationships" id="256" r:id="R46dff66ae695460f"/>
    <p:sldId xmlns:r="http://schemas.openxmlformats.org/officeDocument/2006/relationships" id="257" r:id="R93bd273f8f9c4058"/>
    <p:sldId xmlns:r="http://schemas.openxmlformats.org/officeDocument/2006/relationships" id="258" r:id="R6bfcb76a63754d9f"/>
    <p:sldId xmlns:r="http://schemas.openxmlformats.org/officeDocument/2006/relationships" id="259" r:id="R6b061519ad65415a"/>
    <p:sldId xmlns:r="http://schemas.openxmlformats.org/officeDocument/2006/relationships" id="260" r:id="R77c0114690914ae2"/>
    <p:sldId xmlns:r="http://schemas.openxmlformats.org/officeDocument/2006/relationships" id="261" r:id="R3f401f4ec8284b53"/>
    <p:sldId xmlns:r="http://schemas.openxmlformats.org/officeDocument/2006/relationships" id="262" r:id="R7da59250a7f449fc"/>
    <p:sldId xmlns:r="http://schemas.openxmlformats.org/officeDocument/2006/relationships" id="263" r:id="R357dfab9eb2b4274"/>
    <p:sldId xmlns:r="http://schemas.openxmlformats.org/officeDocument/2006/relationships" id="264" r:id="R138224f2ba48426e"/>
    <p:sldId xmlns:r="http://schemas.openxmlformats.org/officeDocument/2006/relationships" id="265" r:id="R6ee6b64e44774a67"/>
    <p:sldId xmlns:r="http://schemas.openxmlformats.org/officeDocument/2006/relationships" id="266" r:id="R4acd3b2e8c374581"/>
    <p:sldId xmlns:r="http://schemas.openxmlformats.org/officeDocument/2006/relationships" id="267" r:id="R25ee19d5902b4e8b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ed14051f0b43c2" /><Relationship Type="http://schemas.openxmlformats.org/officeDocument/2006/relationships/slideMaster" Target="/ppt/slideMasters/slideMaster1.xml" Id="Rf9d246f3c84f446e" /><Relationship Type="http://schemas.openxmlformats.org/officeDocument/2006/relationships/notesMaster" Target="/ppt/notesMasters/notesMaster1.xml" Id="Rb81ca5dc5a6640d2" /><Relationship Type="http://schemas.openxmlformats.org/officeDocument/2006/relationships/presProps" Target="/ppt/presProps.xml" Id="R7d9e621d614f47b8" /><Relationship Type="http://schemas.openxmlformats.org/officeDocument/2006/relationships/tableStyles" Target="/ppt/tableStyles.xml" Id="Rf6de931977284658" /><Relationship Type="http://schemas.openxmlformats.org/officeDocument/2006/relationships/slide" Target="/ppt/slides/slide1.xml" Id="R46dff66ae695460f" /><Relationship Type="http://schemas.openxmlformats.org/officeDocument/2006/relationships/slide" Target="/ppt/slides/slide2.xml" Id="R93bd273f8f9c4058" /><Relationship Type="http://schemas.openxmlformats.org/officeDocument/2006/relationships/slide" Target="/ppt/slides/slide3.xml" Id="R6bfcb76a63754d9f" /><Relationship Type="http://schemas.openxmlformats.org/officeDocument/2006/relationships/slide" Target="/ppt/slides/slide4.xml" Id="R6b061519ad65415a" /><Relationship Type="http://schemas.openxmlformats.org/officeDocument/2006/relationships/slide" Target="/ppt/slides/slide5.xml" Id="R77c0114690914ae2" /><Relationship Type="http://schemas.openxmlformats.org/officeDocument/2006/relationships/slide" Target="/ppt/slides/slide6.xml" Id="R3f401f4ec8284b53" /><Relationship Type="http://schemas.openxmlformats.org/officeDocument/2006/relationships/slide" Target="/ppt/slides/slide7.xml" Id="R7da59250a7f449fc" /><Relationship Type="http://schemas.openxmlformats.org/officeDocument/2006/relationships/slide" Target="/ppt/slides/slide8.xml" Id="R357dfab9eb2b4274" /><Relationship Type="http://schemas.openxmlformats.org/officeDocument/2006/relationships/slide" Target="/ppt/slides/slide9.xml" Id="R138224f2ba48426e" /><Relationship Type="http://schemas.openxmlformats.org/officeDocument/2006/relationships/slide" Target="/ppt/slides/slide10.xml" Id="R6ee6b64e44774a67" /><Relationship Type="http://schemas.openxmlformats.org/officeDocument/2006/relationships/slide" Target="/ppt/slides/slide11.xml" Id="R4acd3b2e8c374581" /><Relationship Type="http://schemas.openxmlformats.org/officeDocument/2006/relationships/slide" Target="/ppt/slides/slide12.xml" Id="R25ee19d5902b4e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e8c9f8515945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20b00023104176" /><Relationship Type="http://schemas.openxmlformats.org/officeDocument/2006/relationships/notesMaster" Target="/ppt/notesMasters/notesMaster1.xml" Id="Rafe827a0fc324e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85f4f7ca864883" /><Relationship Type="http://schemas.openxmlformats.org/officeDocument/2006/relationships/notesMaster" Target="/ppt/notesMasters/notesMaster1.xml" Id="R9ebb8af58b2640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29c3e3e1a445fa" /><Relationship Type="http://schemas.openxmlformats.org/officeDocument/2006/relationships/notesMaster" Target="/ppt/notesMasters/notesMaster1.xml" Id="R0e4b03fbceaf4a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a6dee78dd14565" /><Relationship Type="http://schemas.openxmlformats.org/officeDocument/2006/relationships/notesMaster" Target="/ppt/notesMasters/notesMaster1.xml" Id="R8341460869954d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f176befa364845" /><Relationship Type="http://schemas.openxmlformats.org/officeDocument/2006/relationships/notesMaster" Target="/ppt/notesMasters/notesMaster1.xml" Id="Rc53cfdf7117c4d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acd0baab514dae" /><Relationship Type="http://schemas.openxmlformats.org/officeDocument/2006/relationships/notesMaster" Target="/ppt/notesMasters/notesMaster1.xml" Id="Rdb04a85bc5d242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cdc2c188af40e8" /><Relationship Type="http://schemas.openxmlformats.org/officeDocument/2006/relationships/notesMaster" Target="/ppt/notesMasters/notesMaster1.xml" Id="R66371ba67ffd44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22f0df21b14e5e" /><Relationship Type="http://schemas.openxmlformats.org/officeDocument/2006/relationships/notesMaster" Target="/ppt/notesMasters/notesMaster1.xml" Id="Rdd9b0fdf89d841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ae0f0d8716445e" /><Relationship Type="http://schemas.openxmlformats.org/officeDocument/2006/relationships/notesMaster" Target="/ppt/notesMasters/notesMaster1.xml" Id="Rbebe59d57b8548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ed1ff933514aa8" /><Relationship Type="http://schemas.openxmlformats.org/officeDocument/2006/relationships/notesMaster" Target="/ppt/notesMasters/notesMaster1.xml" Id="R97c8f2ef48a24f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9b5858e7ff4e4d" /><Relationship Type="http://schemas.openxmlformats.org/officeDocument/2006/relationships/notesMaster" Target="/ppt/notesMasters/notesMaster1.xml" Id="Rbfe7068df19a48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cf77342d6b494f" /><Relationship Type="http://schemas.openxmlformats.org/officeDocument/2006/relationships/notesMaster" Target="/ppt/notesMasters/notesMaster1.xml" Id="Rcb0aabf6f84245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c25cc0ba646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3266e022ff4fcc" /><Relationship Type="http://schemas.openxmlformats.org/officeDocument/2006/relationships/slideLayout" Target="/ppt/slideLayouts/slideLayout1.xml" Id="Rcaf04d1ba4be4f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f04d1ba4be4f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6b7535f7b4876" /><Relationship Type="http://schemas.openxmlformats.org/officeDocument/2006/relationships/notesSlide" Target="/ppt/notesSlides/notesSlide1.xml" Id="R401a5b4c334a43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788cc65664c94" /><Relationship Type="http://schemas.openxmlformats.org/officeDocument/2006/relationships/notesSlide" Target="/ppt/notesSlides/notesSlide2.xml" Id="R9e2a6178ab8240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6b401ade340dc" /><Relationship Type="http://schemas.openxmlformats.org/officeDocument/2006/relationships/notesSlide" Target="/ppt/notesSlides/notesSlide3.xml" Id="R3bef0418e60f43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927ac7ea64c6d" /><Relationship Type="http://schemas.openxmlformats.org/officeDocument/2006/relationships/notesSlide" Target="/ppt/notesSlides/notesSlide4.xml" Id="R863a6ab2ebc142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507201a5f4fc7" /><Relationship Type="http://schemas.openxmlformats.org/officeDocument/2006/relationships/notesSlide" Target="/ppt/notesSlides/notesSlide5.xml" Id="R1924f035a2424c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e5a4ecf474d03" /><Relationship Type="http://schemas.openxmlformats.org/officeDocument/2006/relationships/notesSlide" Target="/ppt/notesSlides/notesSlide6.xml" Id="Rce351bb7283847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d10f66a794fc7" /><Relationship Type="http://schemas.openxmlformats.org/officeDocument/2006/relationships/notesSlide" Target="/ppt/notesSlides/notesSlide7.xml" Id="Rae1120e04d2441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6f1c104b648f2" /><Relationship Type="http://schemas.openxmlformats.org/officeDocument/2006/relationships/notesSlide" Target="/ppt/notesSlides/notesSlide8.xml" Id="R917caa24b4a342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66bd2971b4a13" /><Relationship Type="http://schemas.openxmlformats.org/officeDocument/2006/relationships/notesSlide" Target="/ppt/notesSlides/notesSlide9.xml" Id="R64a9f1079e6348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8aa507d854488" /><Relationship Type="http://schemas.openxmlformats.org/officeDocument/2006/relationships/notesSlide" Target="/ppt/notesSlides/notesSlide10.xml" Id="R54f5413966c842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9c5a274974a8e" /><Relationship Type="http://schemas.openxmlformats.org/officeDocument/2006/relationships/notesSlide" Target="/ppt/notesSlides/notesSlide11.xml" Id="Recd4da87eced41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cf2399d574c09" /><Relationship Type="http://schemas.openxmlformats.org/officeDocument/2006/relationships/notesSlide" Target="/ppt/notesSlides/notesSlide12.xml" Id="R6ae70610a9964e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C4778-D535-4331-A4B0-968E455F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D57F7-5175-49D0-81D0-0006A8AC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E43BD-0C02-400B-86AF-113153C5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技術要件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レビュー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46C19-3E5C-4181-B71F-AB53D6FE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実装前に、動き・安全・失敗時を確認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DFDE7-4C54-4BF2-8246-DD1DFF72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58674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989C4-3144-4498-8202-94BE7591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見方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A9E63-9FAE-416C-BE31-C999D1C2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05650"/>
            <a:ext cx="510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1  各ページの技術方針を確認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2  違いがあれば項目番号を記録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3  最後に承認・一部修正・保留を選ぶ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1C9E6-F8F1-4BEF-BFD6-9116060B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96450"/>
            <a:ext cx="586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11項目 / 約12分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32018-6AA9-46A5-8C92-F8BC40CC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29850"/>
            <a:ext cx="586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実装コードを読まなくても判断できる内容です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EEE88-5CF1-4246-9873-00A5BB11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4B693-6B9F-445E-9FB7-831273F6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A163A-E0DB-4CDA-9FF6-193C0F3E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3729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FCBE1-F65F-486A-A2C8-77450C6B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FC109-7A25-47D9-A613-8A0BA895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6AA19-1F5C-4578-9767-232B053C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MVPは3つのシナリオで合格を決める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D99B3-5C68-45C5-BF11-C79EB0BA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588B3-6CB8-4653-96A9-4171BFE3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02C78-658D-4E1B-A4BA-3FD406F1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8D361-062C-4236-8F7D-B1B042ED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0C72B-5830-467D-BB54-12C19760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943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CE9CD-DC68-4FAE-BAB4-18A839E2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01 /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3D489-45A8-4484-B095-8DD75DD3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成功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E9531-0208-4EAD-AF63-D02B102E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録音 → AI判断 → 動画 → ログまで完走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56798-D7A0-476E-8778-6B85F36A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5943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4BF86-C343-4160-8C90-46E7CC2C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02 /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4910A-17A2-4188-AA73-C1C9EB26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安全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EA19D-363D-4F6E-9DA8-AA82FF82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深刻な内容では動画を作らず、その場の大人へ案内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CDBDD-6CF6-4405-A683-C5BE8CA3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5943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72AC5-A7E3-448C-883B-EC12C107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10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03 / FAILURE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64DFA-38FD-4CE0-9924-3FF63B7A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723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障害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C189A-3F55-4C22-9D9A-94844904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247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動画APIが失敗しても固定動画かテキストで完了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19F30-CD48-4A87-9578-47E91759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29650"/>
            <a:ext cx="594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6AD81-B2AB-49D7-8F0D-8BD95A46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7730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本物の保護者とのリアルタイム会話ではない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28D88-0548-4066-9AF9-DE831DA8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15550"/>
            <a:ext cx="5943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29429-D817-4E35-AF37-794B8541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489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C3DAA-78BC-4E5B-ABF3-0CFE54CB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この3シナリオをMVPの技術的な合格条件にする</a:t>
            </a:r>
          </a:p>
        </p:txBody>
      </p:sp>
    </p:spTree>
    <p:extLst>
      <p:ext uri="{BB962C8B-B14F-4D97-AF65-F5344CB8AC3E}">
        <p14:creationId xmlns:p14="http://schemas.microsoft.com/office/powerpoint/2010/main" val="1062291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EB152B-3143-4F54-A592-F86CAF9F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713C2-70F8-45A8-837A-53F0497A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DB708-DCB1-4B86-8D06-BBC5D685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AI処理はサーバー側で行う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EA6DE-FB87-497A-8A68-A6C82785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EFC18-85CE-42C8-AF54-ACD28819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C0202-CB19-469D-A06D-8D5415F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E8136-30A7-45F6-8E80-809DEE13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D4C16-0ED0-44FB-8A45-681E36CD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623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B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E60A3-C989-4ED9-815E-05AA90AD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339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B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4663F-4018-4EA1-9AEE-9684AA37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9055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B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E7872-450B-4031-B2E4-BCF0BC85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419850"/>
            <a:ext cx="398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B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ADA79-5049-4CB0-A867-921EA73F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419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B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9A870-C3F2-4D41-8197-AA84C1DA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419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B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DE85F-F459-42AA-9DB9-76C7B5F7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6419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B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E2104-2ED1-4351-B16A-E6E23E4B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809625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B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3FEA0-3CA7-45C9-8741-CC805C16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43150"/>
            <a:ext cx="350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5C33B-D4FC-4EFB-BE7F-DC6ECF6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スマホUI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録音・確認・表示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24EDA-9138-4AE1-AF1E-A26B7D69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04C0-CC21-4752-86DE-BF6A8C40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350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C0DAC-12B9-42BE-86CC-B544A834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サーバーAPI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秘密情報と状態を管理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33726-5115-423E-9FCF-97276083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35B9D-C8C7-4975-A733-C47F3C70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350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E7AAC-8FB7-4D5F-832F-7C1CB666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文字起こし → OrcaRouter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意味を判断して処理を選ぶ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AB97ED-72EC-49DA-847A-16D0C0A8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77050"/>
            <a:ext cx="1943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CB1616-E275-4C0D-9C74-A7CF530B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通常返信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877D3E-F6D6-4BE1-871E-B147AA3E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877050"/>
            <a:ext cx="1943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469E2-203D-41B1-9A2B-BE85F861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72580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動画生成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CAD6CD-80B5-4518-B27A-5D085EA0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877050"/>
            <a:ext cx="1943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D88F7B-FFB6-4316-B6BD-756BCAB7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72580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安全案内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0F1526-71A8-49AF-AFF8-E1F83505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1724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436D84-FD48-4C3D-B615-26F1009C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86800"/>
            <a:ext cx="4267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42DB02-248A-4CAE-8A5C-3994BA2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9344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画面へ返す + 確認ログを残す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EB003C-CDD4-4F06-9CA1-90F22D20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53650"/>
            <a:ext cx="5943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980AF5-B6FB-437F-9D55-D96172D0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341470-090A-4FED-A718-1E0DABF3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537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APIキー・保護者素材・詳細ログはスマホ側に置かない</a:t>
            </a:r>
          </a:p>
        </p:txBody>
      </p:sp>
    </p:spTree>
    <p:extLst>
      <p:ext uri="{BB962C8B-B14F-4D97-AF65-F5344CB8AC3E}">
        <p14:creationId xmlns:p14="http://schemas.microsoft.com/office/powerpoint/2010/main" val="633556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DCD0AA-CE3F-4841-8F2B-362795A0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2DEEB-1E7E-49A9-86E0-F3E71F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6F22-6F08-46B5-BC2B-1CCCF9A7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音声は短く録り、文字で確認して送る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5F1FA-73E2-4FF4-8C2F-761BCED9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CEA7F-6918-4946-B52B-233C2727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14CAE-435D-4C88-A5BA-633FB1F8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BEEC1-BFA8-465C-BB6B-A93935DB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B2D5B-9D6A-4A0C-8E6B-FA1647A9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82D4C-D792-4FAC-B708-CF1737DF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開始・停止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19889-B8B0-4B16-8DA6-0024A7D7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大きなマイクを1回押して開始、もう1回で停止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32711-8C27-4C2E-B74E-D109168A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417AF-1932-4CFC-BF16-450E96AA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録音中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CC592-5FE1-45D6-A2D5-703C07F6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波形・経過時間・『きいているよ』を同時表示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6E315-04D2-4452-83B5-CB670033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E4FDB-3D06-4469-B835-70E4CB15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文字起こし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F2435-9C3F-4DF5-A186-01022FE3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結果を確認し、『おくる』『もういちど』を選ぶ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FB2FB-96C8-433E-95C2-85FBF1C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3C6CB-5533-45E8-8D97-F9AF642D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失敗時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0F81B-2DB9-4330-879A-52D7211A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627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権限拒否・無音・認識失敗・通信失敗は再試行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A30A6-1141-4343-9E44-567B8317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37033-85A9-435B-9A4A-5CC6B1F4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771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文章入力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AD6FD2-088C-4D3E-9C96-A7849F69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7720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音声が使えない障害時だけ表示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AAE3E-A94E-434C-ADE4-8393C3C7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63050"/>
            <a:ext cx="5943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75986F-5826-413F-9CD7-1494FAC0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4880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推奨仮置き：日本語 / 録音15秒以内 / 誤認識は録り直す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A6E5A9-230E-4BE3-8EBC-70DF9953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06050"/>
            <a:ext cx="5943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2C8C4-42DA-4B64-B032-325E9BB1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394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943CEF-B107-4FCB-8512-AB6ECFF0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061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T-01　この入力仕様と仮置き値で進める</a:t>
            </a:r>
          </a:p>
        </p:txBody>
      </p:sp>
    </p:spTree>
    <p:extLst>
      <p:ext uri="{BB962C8B-B14F-4D97-AF65-F5344CB8AC3E}">
        <p14:creationId xmlns:p14="http://schemas.microsoft.com/office/powerpoint/2010/main" val="867885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D3541-25A1-42AA-A23B-CF926B4A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013F1-B9C2-459E-A868-322E3C13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B888C-3718-4AD3-A0AC-2BE90BE0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AI判断は3ルート、障害は別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86296-ED9B-4BBC-B5E2-30D47277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BD2DD-F03D-4816-BCAF-1194F958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E81F9-12DC-44B0-A982-3800867F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B7923-D37B-4B35-9803-889C1EA8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24D64-6FA5-4C62-BC09-248607B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674F6-6006-483A-9E9B-09D63CD2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ROUTE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1BB1-921F-419F-8A12-E05C9906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instant_reply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BA9FB-4B45-4E6F-88C2-5B22CFB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普通の会話や軽い報告。短い返信だけで完了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9B74B-9E55-4DB3-BE0E-59D2F9C4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5943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01354-FB10-464B-B59B-0467960C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ROUTE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3FE67-1492-4255-A83B-66B531CF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generate_mama_movie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37B62-6EF1-4152-B673-7C3F4B73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頑張ったことや特別な出来事。返信後に動画を準備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195FE-9D99-44DD-A056-71BD8A1E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5943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0FC62-CF27-4D44-9D61-9DCFFC68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ROUTE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CF067-417F-4971-9BE1-AC5278E0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818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safety_escalation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3FB31-E5A1-43E3-B727-3CD6E824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34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危険・病気・虐待・自傷など。動画を作らず大人へ案内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79F0F-8361-4DB7-89BA-97B5C81E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43900"/>
            <a:ext cx="594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7396E-413B-4383-BFE5-A710B98C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53450"/>
            <a:ext cx="548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system_error は4つ目の意味分類ではない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C0529-84A8-4A85-B0AC-C9AE2F2C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0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判断不能時は動画を作らず、中立返信と障害ログを残す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44964-9A91-4BD6-A3DB-DCCDA193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72700"/>
            <a:ext cx="5943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5A1BC-D661-4C5F-8649-5A7BDD5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060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6A4C9-F06B-4403-BA24-F48536B7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T-02　迷った場合は動画を作らず、安全側に倒す</a:t>
            </a:r>
          </a:p>
        </p:txBody>
      </p:sp>
    </p:spTree>
    <p:extLst>
      <p:ext uri="{BB962C8B-B14F-4D97-AF65-F5344CB8AC3E}">
        <p14:creationId xmlns:p14="http://schemas.microsoft.com/office/powerpoint/2010/main" val="173626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21AD9-C18A-4FF3-B2E2-A420B1D8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C62A1-F8D2-4BF8-B16D-5DA6EEDE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3E559-7F21-4EF3-8812-74E1A5B9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OrcaRouterは実利用ログで証明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0079F-3A30-4363-9C0E-229741D2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5F591-02E7-4850-8491-85574870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8A552-5358-44EF-9725-3F8C0B0A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0EABA-1070-44AE-9C19-0C97689E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094DB-D9CE-4D63-AAD7-B54D9C9B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A9117-83B1-4D17-946F-0358D95B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役割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9B9CF-2364-48C1-88F4-F35A644D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入力に合うAIモデルと処理経路を選ぶ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動画生成器そのものではない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15F0B-45A5-4930-840B-1C499D0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C3358-7752-4FF0-80AE-E1F42FD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実利用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B2736-1F40-4D49-906C-C1D23B63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分類または返信処理にOrcaRouterを組み込む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7589D-4C3A-4147-92C8-D8CF1CB4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88DE2-7ED5-493A-9E63-4E9FA23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記録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1E772-7D04-44A7-BEE3-CDDC07CD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route / model / cost / latency / status を残す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75E9B-EEFA-4759-96DA-4D5D2F82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91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30596-DD7C-4FB5-83C7-68080B06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961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9832B-0A2D-446B-BE2A-F24BBFA5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9620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3ルートそれぞれ代表入力を最低3件試す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2E55A-89FE-4F82-8FF6-04366B5F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91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F3C43-6DB9-4ECF-A056-15109D6A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963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除外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7B0D8-C105-4BC5-B536-22BB3DE1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963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APIキー・子どもの生音声・保護者素材はログに残さない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96DBF-387B-4ED7-B6C2-D08D17B5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91750"/>
            <a:ext cx="5943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1C36C-0570-4B1E-A830-5A4C1B98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251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2EDA54-999D-44C3-B095-8C84CECA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918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T-03　デモと記事で実利用ログを見せる</a:t>
            </a:r>
          </a:p>
        </p:txBody>
      </p:sp>
    </p:spTree>
    <p:extLst>
      <p:ext uri="{BB962C8B-B14F-4D97-AF65-F5344CB8AC3E}">
        <p14:creationId xmlns:p14="http://schemas.microsoft.com/office/powerpoint/2010/main" val="1236778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BE38D-4E40-4201-B653-CF84695D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2F291-8C5B-43BB-9736-21E36525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0A6BA-9518-458E-AE96-47660C13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返信を先に、動画は特別な時だけ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CF149-AF20-4956-9CEE-FFB673A6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F2FF7-D32B-4848-BFDE-1E9CA265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0B19E-3597-48BC-9ED2-F811E308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D3804-1342-48DA-8A3D-55AC2D68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CD543-B4F7-423C-AD7F-12119682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0C570-31CB-4711-B24E-C472D065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即時返信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D0A4E-5516-43E5-A4DE-9AC51DBF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AI判断後、子どもを待たせない短い返答を表示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33790-DDF9-4677-9743-CC0F8AD9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D1433-D042-4F6E-BC27-FF1DBE91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安全は例外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58E27-07B3-41A4-A77D-840426C7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通常返信を出さず、安全案内を最初の応答にする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8C976-B578-413D-AB75-769583DC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2F536-6452-4E7D-9E99-30842B79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CEAB6-EA92-43F9-8263-F7C8501B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generate_mama_movie かつ許可済み素材がある時だけ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EEA04-528C-4FE4-B198-21090597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B1E52-0613-4A8A-A4C2-064F20C4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008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C74FA-3401-411F-B117-93761AE6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008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5〜8秒。発言に合う励ましや共感に限定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962BE-A054-491F-8F44-AA993AC5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29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7CFC4-08B2-4035-A900-873D25DF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343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待機上限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DAD15-E723-4761-B0ED-01D763C8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343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30秒を超えたら固定動画フォールバックへ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4B4CD-756B-4157-8A1C-77A380BE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67950"/>
            <a:ext cx="5943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3B655-2141-442E-99A9-91B4DC45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013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CC828-6AD0-484E-9DDB-8A547745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T-04　本番動画APIを第一候補、固定動画を常備する</a:t>
            </a:r>
          </a:p>
        </p:txBody>
      </p:sp>
    </p:spTree>
    <p:extLst>
      <p:ext uri="{BB962C8B-B14F-4D97-AF65-F5344CB8AC3E}">
        <p14:creationId xmlns:p14="http://schemas.microsoft.com/office/powerpoint/2010/main" val="3059772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8BBFD9-4ED6-490B-B972-A36DE971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11A94-89D6-476E-9EFA-719B6474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E7537-1315-43B2-82F1-CAFE8A0C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失敗箇所ごとに復旧方法を決める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8439D-DBCB-4516-9F01-6982EE8F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8E18B-6657-4DC8-AB45-1A00B6AC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39037-E71D-4B90-9B88-86212E97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2121E-872F-4245-BF03-AA504C52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3D707-FD77-4B82-8FA0-1E41908A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4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失敗箇所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3128E-1F81-4972-96F9-EE7F3D39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24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子どもに見せる動き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6807A-E8B4-4957-BBF3-87FFE2AB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技術ログ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EF335-8F01-494B-AFF4-B15F3F7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594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C57B8-05BE-4C08-80DE-B19AEC0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録音・認識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EEF8D-AB7C-4B80-B3F9-8FD748E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80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もう一度話す / 文章入力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91717-B964-4952-A0EA-E6740563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permission・STT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A2DF3-0AE6-42D3-BF95-00A53D4C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594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6FCC3-CC4E-47D7-AB11-0F4CAE05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AI判断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BD848-0A75-4DC2-9C6E-CBD67849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529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一般的な短い返信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7E467-4C9D-4FCA-8967-DA06CC49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system_error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9DF72-2152-4484-9CFC-E5B7E72C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594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31342-B219-4599-AD40-6D796FAA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3410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動画生成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55DFD-1058-4922-835E-528F2DCF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579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承認済み固定動画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F1F53-E58E-4B7B-BF01-DEDC6AB0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341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timeout・API error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F5606-C676-450D-A1FD-887B7441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96150"/>
            <a:ext cx="594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D3BEB-E44C-46D8-89C2-2D545FB4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390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動画再生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5A9F2-204C-43A7-A3C6-4898FA89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5628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固定動画 → テキスト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5F572-AA7B-4B58-8BEF-7DBB446B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6390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playback error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EFE8F1-2FD2-4F76-A9CB-7C6DFFBB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67800"/>
            <a:ext cx="594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F22F7-25A9-4175-B002-4FD3053C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1545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固定動画は『今の発言から生成した動画』と誤認させない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BFF066-2660-4095-BFE5-715A8594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25100"/>
            <a:ext cx="5943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82354-EC72-4FD6-B06A-1933BD33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584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C8B7AC-7798-4500-A9F2-9E4A7EA7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251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T-05　子どもには技術語を見せず、必ず復旧操作を出す</a:t>
            </a:r>
          </a:p>
        </p:txBody>
      </p:sp>
    </p:spTree>
    <p:extLst>
      <p:ext uri="{BB962C8B-B14F-4D97-AF65-F5344CB8AC3E}">
        <p14:creationId xmlns:p14="http://schemas.microsoft.com/office/powerpoint/2010/main" val="1465013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A05C61-68A2-413C-9F19-B30E6A39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46C83-F126-4FB9-A043-724A9982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6A462-310D-46B1-AAE0-4D2F14BC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安全・同意・秘密情報を境界にする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BAE51-701D-4959-BAAB-BA7B29FD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66E0B-0B9C-47A4-BD36-C4740A27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A0706-FF30-4AC2-8099-D1404C99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1246E-85FE-438F-9BF0-2766AF12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DEEF4-3A57-410B-B990-3F7E156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D4511-AFF9-43A6-B423-6334DB46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安全最優先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F664A-E026-4FA7-9F37-8AA45E0C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危険な発言では保護者になりきらず、動画も出さない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279CF-C8B6-405F-BC84-7E3000AC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1C261-B91F-43E1-82CF-3272F75D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次の行動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4E55D-8D99-4E9E-BD76-1127E8A9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近くの信頼できる大人に相談するよう具体的に案内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4AB90-3AD3-4CD7-8F65-EC9CA28E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B65CA-F906-4327-89AB-34506068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断定しない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47CF9-60B2-4507-BF67-D0B3B64D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医療・心理・緊急事案をAIだけで解決しない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8D112-7702-4214-89C2-F43A21E1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2DC92-5D51-4B4F-8A80-B7C5EEA4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素材の同意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AFA54-907F-4804-B1B9-8E68569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保護者が明示的に許可した声・写真だけを利用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DE17F-A26A-465D-B773-321798BE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36452-60EB-481F-A5B1-7C6A604F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秘密情報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C4EF1-F31B-4113-BC23-45E69B05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4380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APIキーはサーバー環境変数。画面・公開コードに出さない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6AE848-E23D-43D4-B55D-ED993636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39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6B705E-A4DD-4491-AEF4-C43E3B2C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439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デモデータ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13447-F9DA-4589-9DD5-ED95372F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43950"/>
            <a:ext cx="556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実在する子どもの声・顔・氏名は使わない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EFE5E-511E-4824-8208-420AEBEF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25100"/>
            <a:ext cx="5943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7B0776-7F15-46C1-A47E-33CE9BDF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584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03BCF1-3E79-4ACB-BD00-276E1A2F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251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T-06　MVPは実通知を作らず『保護者要確認』ログで代替</a:t>
            </a:r>
          </a:p>
        </p:txBody>
      </p:sp>
    </p:spTree>
    <p:extLst>
      <p:ext uri="{BB962C8B-B14F-4D97-AF65-F5344CB8AC3E}">
        <p14:creationId xmlns:p14="http://schemas.microsoft.com/office/powerpoint/2010/main" val="1347265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11F8E-B543-4CAC-8DB5-F36B8D8C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0A033-6B4E-4C43-B112-163A5899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6475E-3348-404D-8584-D617D7C0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保存するデータを最小限に限定する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15791-207E-4699-9118-DBC500BF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3EEA1-FB8C-45A5-9DFB-DD064633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0066B-2BD0-44CB-9889-43FDB1F6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57330-A1AE-41A9-8B05-72E26F25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3C237-53ED-4724-93D0-2CBE61EE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生音声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6E35B-09D6-4AE4-9289-C1D4BC2B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00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保存しない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CC1A4-1806-4CF5-B441-9B8FE6A7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586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文字起こし後に破棄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8C319-EC6B-42F6-AAE8-3D50D574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86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26045-D0EA-4197-AC9C-FACE2558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会話内容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8A8E7-EF44-430E-BF37-B1B2B79B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5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セッション内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FF1F0-7BAF-44FF-88D2-B234F73C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586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再読み込み・削除操作で消去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9C4C8-9C64-4F0A-B0C0-A2B9665A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586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CF5CD-3F05-4C2E-A8C5-B0EBCA9C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技術ログ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5A6D5-BCE5-4C69-BBE8-DF574EF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91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最大24時間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9471B-7167-42DF-9CD3-707A80D5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67450"/>
            <a:ext cx="586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匿名ID・ルート・モデル・原価・時間・状態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0B4F9-6487-4C42-8D81-173B94B7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86600"/>
            <a:ext cx="586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4626C-32E6-4A38-8848-A32A6C08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86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保存禁止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6E939F-316C-4D2B-AA49-F4B5BF8E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7486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常に禁止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8A208-D1F6-4FC1-A149-955139C6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962900"/>
            <a:ext cx="586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APIキー・保護者素材・不要な個人情報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49683-ADED-44D7-998D-BDBB8B2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82050"/>
            <a:ext cx="586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07798-A828-4231-BB1F-8DF73E49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58300"/>
            <a:ext cx="594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265D7-A8A4-45D0-A9B9-44F49A78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86900"/>
            <a:ext cx="548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外部サービス側の保存仕様も実装前に確認する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C27A3C-30C1-4E93-83DD-51C7511B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25100"/>
            <a:ext cx="5943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6E29E-6572-468D-B2DA-77FC5E1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584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42100B-57F6-4559-B0E5-CFD3C73E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251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T-07　この保持方針をMVPの標準にする</a:t>
            </a:r>
          </a:p>
        </p:txBody>
      </p:sp>
    </p:spTree>
    <p:extLst>
      <p:ext uri="{BB962C8B-B14F-4D97-AF65-F5344CB8AC3E}">
        <p14:creationId xmlns:p14="http://schemas.microsoft.com/office/powerpoint/2010/main" val="142604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528392-2612-4F4A-B6B3-96BB8568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EA859-1955-4389-8332-DA11E997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702D2-E502-40CE-BC5A-F905D16D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提出前は動作と説明の一致を確認する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0B7CB-BF17-41EF-A2F4-94A87BD4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2016F-D988-4DA5-A62A-2143632A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8E03E-2A85-4E78-A744-C94E8504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2420A-4585-485A-B4C0-860C8F7B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B0F8B-AC89-483C-856D-DDFC8DCC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FA301-FBE1-40C3-A4D9-C8C645A1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TEST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C5BA4-2590-4BA3-AE3C-4C58AA32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成功例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6CC1B-0627-44F6-B8C3-BDF0F393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録音から動画再生、ログ確認まで通る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3586E-1CEA-46DC-98F3-053F8DC6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5943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2D7D8-894A-4E8F-A6C8-8434261A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TEST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BEB45-1BB1-4A42-8D35-A476B22B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安全例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AD68B-6D29-410A-980A-CB5AF30C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安全案内を表示し、動画リクエストが発生しない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B08F3-78CF-4C92-B93D-999AE89F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5943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1BD20-7618-4CB8-8724-9D687312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TEST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183CC-5ED5-475E-9250-207C9D3A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818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障害例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05C41-4105-4012-9850-B5F2BD81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34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動画APIを失敗させても固定動画かテキストで完了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5CCB0-B38D-404B-A926-1793C4F8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62950"/>
            <a:ext cx="5943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4D276-AF19-4514-B78B-3C117C45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91550"/>
            <a:ext cx="548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スマホ縦向きで連続実行し、二重送信・前回状態の残留がない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8165F-8808-41E8-9BB6-C67F96EA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53650"/>
            <a:ext cx="5943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99B59-C96F-4104-AE89-67928E39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308FD-5293-4BCC-AC50-1CD49293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537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T-08　README・3分デモ・記事も同じ構成と制約で説明</a:t>
            </a:r>
          </a:p>
        </p:txBody>
      </p:sp>
    </p:spTree>
    <p:extLst>
      <p:ext uri="{BB962C8B-B14F-4D97-AF65-F5344CB8AC3E}">
        <p14:creationId xmlns:p14="http://schemas.microsoft.com/office/powerpoint/2010/main" val="12853014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F5E52-0949-4452-9627-181FBF84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4B320-5273-4EB3-9CEE-2E5727B8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A6801-ED1C-4866-8B5D-65C3ED02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推奨案を承認して実装へ進む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819AB-E75E-4940-9670-66C4F463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22F55-D20B-467A-986D-E3E7162C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D3238-10A9-42F8-9941-19901511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技術要件レビュー / 2026-08-13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9C642-8AA1-47E1-9384-3F7DFF70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AC68E-24D7-4E8E-8CE3-0E8326D9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Q-1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BB1C8-7966-447E-B055-4A8D0C67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本番動画API + 固定動画フォールバック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FD77C-4076-48B3-BD38-C2C1E4F3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0A86D-CD42-4701-A772-5A6764E9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Q-3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5F7AB-BDC3-4402-9D9D-1C86089F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保護者画面は簡易確認パネルで代替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B7DD9-F024-4FB0-963F-7E1EE051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95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2CAD8-87EC-4C73-9AB3-56268AFB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Q-4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34DB7-DF0F-43C5-8F47-6B1D3EF5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日本語STT / 録音15秒 / 誤認識は録り直し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EA7D0-C25D-4040-AF08-787D9477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2FD74-1423-43D9-A351-F6D7387D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Q-5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107F4-42C1-43D1-9DE8-8E0FEF28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生音声非保存 / 会話はセッション / ログ24時間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BD9CC-E832-43B1-8715-0348F1F0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007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E8837-EC8D-4977-9633-4DA3B488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Q-6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BF4C1-26CD-47B9-A186-387A8FDA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30555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安全時の実通知は作らず要確認ログで代替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AB6850-8E0F-4B43-85D7-D0296297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9913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64A14-ED53-46EC-90F0-AF671D5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961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Q-7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3A038-D181-4081-9215-3F6B7DE1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9615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OrcaRouterのroute・model・cost・latency・statusを表示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4C395-B1AF-463B-88E0-F6E62EF8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9819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45CF4-8B16-4C7E-B0F3-4AD41550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Q-8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625FDE-3224-4DE3-839F-B2A302EB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28675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動画生成の待機上限は30秒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9FE97-5822-4BBA-97C2-45245C71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725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1BED80-5CDB-4027-8473-BBEB9F1B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0"/>
            <a:ext cx="594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DEDC6C-2088-4B53-BF83-661465E8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34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最終判定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89F3AC-C114-4BFE-B760-6514FAC1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72700"/>
            <a:ext cx="548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□ 承認　　□ 一部修正　　□ 保留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B385B0-7A8B-4D25-9CD8-ED194F0B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2990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修正時は Q番号と希望内容を共有</a:t>
            </a:r>
          </a:p>
        </p:txBody>
      </p:sp>
    </p:spTree>
    <p:extLst>
      <p:ext uri="{BB962C8B-B14F-4D97-AF65-F5344CB8AC3E}">
        <p14:creationId xmlns:p14="http://schemas.microsoft.com/office/powerpoint/2010/main" val="67915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2026-08-13T10:56:24.7300000Z</dcterms:created>
  <dcterms:modified xsi:type="dcterms:W3CDTF">2026-08-13T10:56:24.7300000Z</dcterms:modified>
</coreProperties>
</file>