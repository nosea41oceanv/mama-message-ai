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92517811fa4d1e" /><Relationship Type="http://schemas.openxmlformats.org/officeDocument/2006/relationships/extended-properties" Target="/docProps/app.xml" Id="R612183b363184486" /><Relationship Type="http://schemas.openxmlformats.org/officeDocument/2006/relationships/officeDocument" Target="/ppt/presentation.xml" Id="Raf055243dde146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caa7872a3349ff"/>
  </p:sldMasterIdLst>
  <p:notesMasterIdLst>
    <p:notesMasterId xmlns:r="http://schemas.openxmlformats.org/officeDocument/2006/relationships" r:id="R87e38df166b343d5"/>
  </p:notesMasterIdLst>
  <p:sldIdLst>
    <p:sldId xmlns:r="http://schemas.openxmlformats.org/officeDocument/2006/relationships" id="256" r:id="Rd7d7b73cb73d41f2"/>
    <p:sldId xmlns:r="http://schemas.openxmlformats.org/officeDocument/2006/relationships" id="257" r:id="Rb197682ed32d426a"/>
    <p:sldId xmlns:r="http://schemas.openxmlformats.org/officeDocument/2006/relationships" id="258" r:id="R1d4af909ec3d43e6"/>
    <p:sldId xmlns:r="http://schemas.openxmlformats.org/officeDocument/2006/relationships" id="259" r:id="R3d405e99c9ac4d6a"/>
    <p:sldId xmlns:r="http://schemas.openxmlformats.org/officeDocument/2006/relationships" id="260" r:id="Rfb2a6c4d09814a1a"/>
    <p:sldId xmlns:r="http://schemas.openxmlformats.org/officeDocument/2006/relationships" id="261" r:id="Rc3a570d6e6ca4e80"/>
    <p:sldId xmlns:r="http://schemas.openxmlformats.org/officeDocument/2006/relationships" id="262" r:id="R756d68fa122646ef"/>
    <p:sldId xmlns:r="http://schemas.openxmlformats.org/officeDocument/2006/relationships" id="263" r:id="R7259f4206ae44410"/>
    <p:sldId xmlns:r="http://schemas.openxmlformats.org/officeDocument/2006/relationships" id="264" r:id="R3d22091452c0459e"/>
    <p:sldId xmlns:r="http://schemas.openxmlformats.org/officeDocument/2006/relationships" id="265" r:id="Rdc79b1962e2c4986"/>
    <p:sldId xmlns:r="http://schemas.openxmlformats.org/officeDocument/2006/relationships" id="266" r:id="Rb1f23f1b7fd04e43"/>
    <p:sldId xmlns:r="http://schemas.openxmlformats.org/officeDocument/2006/relationships" id="267" r:id="Rff09f7969bc049d5"/>
    <p:sldId xmlns:r="http://schemas.openxmlformats.org/officeDocument/2006/relationships" id="268" r:id="R63ef33ce73f2426b"/>
    <p:sldId xmlns:r="http://schemas.openxmlformats.org/officeDocument/2006/relationships" id="269" r:id="Rcc64436922434903"/>
    <p:sldId xmlns:r="http://schemas.openxmlformats.org/officeDocument/2006/relationships" id="270" r:id="R1fa3e45da3244e86"/>
    <p:sldId xmlns:r="http://schemas.openxmlformats.org/officeDocument/2006/relationships" id="271" r:id="Re47a62336c0b4a04"/>
    <p:sldId xmlns:r="http://schemas.openxmlformats.org/officeDocument/2006/relationships" id="272" r:id="R19f7bbaff4b54f00"/>
    <p:sldId xmlns:r="http://schemas.openxmlformats.org/officeDocument/2006/relationships" id="273" r:id="R57cac5bf07614c78"/>
    <p:sldId xmlns:r="http://schemas.openxmlformats.org/officeDocument/2006/relationships" id="274" r:id="R4de2678e25334a93"/>
    <p:sldId xmlns:r="http://schemas.openxmlformats.org/officeDocument/2006/relationships" id="275" r:id="Rab26736383f5414a"/>
    <p:sldId xmlns:r="http://schemas.openxmlformats.org/officeDocument/2006/relationships" id="276" r:id="Rde51a161c85448f7"/>
    <p:sldId xmlns:r="http://schemas.openxmlformats.org/officeDocument/2006/relationships" id="277" r:id="Rbd57a6eabb034ac2"/>
    <p:sldId xmlns:r="http://schemas.openxmlformats.org/officeDocument/2006/relationships" id="278" r:id="Re1cc3455758441ca"/>
    <p:sldId xmlns:r="http://schemas.openxmlformats.org/officeDocument/2006/relationships" id="279" r:id="R3fa394cba9e04ca4"/>
    <p:sldId xmlns:r="http://schemas.openxmlformats.org/officeDocument/2006/relationships" id="280" r:id="R769ed18ef4994c2a"/>
    <p:sldId xmlns:r="http://schemas.openxmlformats.org/officeDocument/2006/relationships" id="281" r:id="Rad94225357c24106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374e9f1be54cf2" /><Relationship Type="http://schemas.openxmlformats.org/officeDocument/2006/relationships/slideMaster" Target="/ppt/slideMasters/slideMaster1.xml" Id="R07caa7872a3349ff" /><Relationship Type="http://schemas.openxmlformats.org/officeDocument/2006/relationships/notesMaster" Target="/ppt/notesMasters/notesMaster1.xml" Id="R87e38df166b343d5" /><Relationship Type="http://schemas.openxmlformats.org/officeDocument/2006/relationships/presProps" Target="/ppt/presProps.xml" Id="Rb6cdcdd435f24578" /><Relationship Type="http://schemas.openxmlformats.org/officeDocument/2006/relationships/tableStyles" Target="/ppt/tableStyles.xml" Id="R08b99de18d074a1b" /><Relationship Type="http://schemas.openxmlformats.org/officeDocument/2006/relationships/slide" Target="/ppt/slides/slide1.xml" Id="Rd7d7b73cb73d41f2" /><Relationship Type="http://schemas.openxmlformats.org/officeDocument/2006/relationships/slide" Target="/ppt/slides/slide2.xml" Id="Rb197682ed32d426a" /><Relationship Type="http://schemas.openxmlformats.org/officeDocument/2006/relationships/slide" Target="/ppt/slides/slide3.xml" Id="R1d4af909ec3d43e6" /><Relationship Type="http://schemas.openxmlformats.org/officeDocument/2006/relationships/slide" Target="/ppt/slides/slide4.xml" Id="R3d405e99c9ac4d6a" /><Relationship Type="http://schemas.openxmlformats.org/officeDocument/2006/relationships/slide" Target="/ppt/slides/slide5.xml" Id="Rfb2a6c4d09814a1a" /><Relationship Type="http://schemas.openxmlformats.org/officeDocument/2006/relationships/slide" Target="/ppt/slides/slide6.xml" Id="Rc3a570d6e6ca4e80" /><Relationship Type="http://schemas.openxmlformats.org/officeDocument/2006/relationships/slide" Target="/ppt/slides/slide7.xml" Id="R756d68fa122646ef" /><Relationship Type="http://schemas.openxmlformats.org/officeDocument/2006/relationships/slide" Target="/ppt/slides/slide8.xml" Id="R7259f4206ae44410" /><Relationship Type="http://schemas.openxmlformats.org/officeDocument/2006/relationships/slide" Target="/ppt/slides/slide9.xml" Id="R3d22091452c0459e" /><Relationship Type="http://schemas.openxmlformats.org/officeDocument/2006/relationships/slide" Target="/ppt/slides/slide10.xml" Id="Rdc79b1962e2c4986" /><Relationship Type="http://schemas.openxmlformats.org/officeDocument/2006/relationships/slide" Target="/ppt/slides/slide11.xml" Id="Rb1f23f1b7fd04e43" /><Relationship Type="http://schemas.openxmlformats.org/officeDocument/2006/relationships/slide" Target="/ppt/slides/slide12.xml" Id="Rff09f7969bc049d5" /><Relationship Type="http://schemas.openxmlformats.org/officeDocument/2006/relationships/slide" Target="/ppt/slides/slide13.xml" Id="R63ef33ce73f2426b" /><Relationship Type="http://schemas.openxmlformats.org/officeDocument/2006/relationships/slide" Target="/ppt/slides/slide14.xml" Id="Rcc64436922434903" /><Relationship Type="http://schemas.openxmlformats.org/officeDocument/2006/relationships/slide" Target="/ppt/slides/slide15.xml" Id="R1fa3e45da3244e86" /><Relationship Type="http://schemas.openxmlformats.org/officeDocument/2006/relationships/slide" Target="/ppt/slides/slide16.xml" Id="Re47a62336c0b4a04" /><Relationship Type="http://schemas.openxmlformats.org/officeDocument/2006/relationships/slide" Target="/ppt/slides/slide17.xml" Id="R19f7bbaff4b54f00" /><Relationship Type="http://schemas.openxmlformats.org/officeDocument/2006/relationships/slide" Target="/ppt/slides/slide18.xml" Id="R57cac5bf07614c78" /><Relationship Type="http://schemas.openxmlformats.org/officeDocument/2006/relationships/slide" Target="/ppt/slides/slide19.xml" Id="R4de2678e25334a93" /><Relationship Type="http://schemas.openxmlformats.org/officeDocument/2006/relationships/slide" Target="/ppt/slides/slide20.xml" Id="Rab26736383f5414a" /><Relationship Type="http://schemas.openxmlformats.org/officeDocument/2006/relationships/slide" Target="/ppt/slides/slide21.xml" Id="Rde51a161c85448f7" /><Relationship Type="http://schemas.openxmlformats.org/officeDocument/2006/relationships/slide" Target="/ppt/slides/slide22.xml" Id="Rbd57a6eabb034ac2" /><Relationship Type="http://schemas.openxmlformats.org/officeDocument/2006/relationships/slide" Target="/ppt/slides/slide23.xml" Id="Re1cc3455758441ca" /><Relationship Type="http://schemas.openxmlformats.org/officeDocument/2006/relationships/slide" Target="/ppt/slides/slide24.xml" Id="R3fa394cba9e04ca4" /><Relationship Type="http://schemas.openxmlformats.org/officeDocument/2006/relationships/slide" Target="/ppt/slides/slide25.xml" Id="R769ed18ef4994c2a" /><Relationship Type="http://schemas.openxmlformats.org/officeDocument/2006/relationships/slide" Target="/ppt/slides/slide26.xml" Id="Rad94225357c2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b2576b88894b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a6f675de464fcd" /><Relationship Type="http://schemas.openxmlformats.org/officeDocument/2006/relationships/notesMaster" Target="/ppt/notesMasters/notesMaster1.xml" Id="R9d03be5a3fe04e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0b77499d3d4397" /><Relationship Type="http://schemas.openxmlformats.org/officeDocument/2006/relationships/notesMaster" Target="/ppt/notesMasters/notesMaster1.xml" Id="Rb6c92a2d86a14a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44e8f85714a6a" /><Relationship Type="http://schemas.openxmlformats.org/officeDocument/2006/relationships/notesMaster" Target="/ppt/notesMasters/notesMaster1.xml" Id="R99dbf0d104b941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2a95f5b0bb4510" /><Relationship Type="http://schemas.openxmlformats.org/officeDocument/2006/relationships/notesMaster" Target="/ppt/notesMasters/notesMaster1.xml" Id="Ra6f01698f66f4e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50633e32a34f13" /><Relationship Type="http://schemas.openxmlformats.org/officeDocument/2006/relationships/notesMaster" Target="/ppt/notesMasters/notesMaster1.xml" Id="R9b8550473a0a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ad3b10f3a42d4" /><Relationship Type="http://schemas.openxmlformats.org/officeDocument/2006/relationships/notesMaster" Target="/ppt/notesMasters/notesMaster1.xml" Id="Rb1d05cb098b04e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25f93666724c77" /><Relationship Type="http://schemas.openxmlformats.org/officeDocument/2006/relationships/notesMaster" Target="/ppt/notesMasters/notesMaster1.xml" Id="R3339ec6ab8254d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1029e8e6ef4388" /><Relationship Type="http://schemas.openxmlformats.org/officeDocument/2006/relationships/notesMaster" Target="/ppt/notesMasters/notesMaster1.xml" Id="R25108946bc3645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7a2face31e45a8" /><Relationship Type="http://schemas.openxmlformats.org/officeDocument/2006/relationships/notesMaster" Target="/ppt/notesMasters/notesMaster1.xml" Id="R12dd08448e3f4e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baa02f5e60404b" /><Relationship Type="http://schemas.openxmlformats.org/officeDocument/2006/relationships/notesMaster" Target="/ppt/notesMasters/notesMaster1.xml" Id="R4d6d956e53f44f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2adef45612499c" /><Relationship Type="http://schemas.openxmlformats.org/officeDocument/2006/relationships/notesMaster" Target="/ppt/notesMasters/notesMaster1.xml" Id="Re6863270ab554a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55770d2bee42d3" /><Relationship Type="http://schemas.openxmlformats.org/officeDocument/2006/relationships/notesMaster" Target="/ppt/notesMasters/notesMaster1.xml" Id="R86e81f06b74a41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b87e52e1674518" /><Relationship Type="http://schemas.openxmlformats.org/officeDocument/2006/relationships/notesMaster" Target="/ppt/notesMasters/notesMaster1.xml" Id="Rb8fca240825848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c25c5622c240a6" /><Relationship Type="http://schemas.openxmlformats.org/officeDocument/2006/relationships/notesMaster" Target="/ppt/notesMasters/notesMaster1.xml" Id="R5d65e70e497545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0d729e4eff4947" /><Relationship Type="http://schemas.openxmlformats.org/officeDocument/2006/relationships/notesMaster" Target="/ppt/notesMasters/notesMaster1.xml" Id="R8789fe9570d743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81ba6a89e54318" /><Relationship Type="http://schemas.openxmlformats.org/officeDocument/2006/relationships/notesMaster" Target="/ppt/notesMasters/notesMaster1.xml" Id="R2d54ad97664b49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5be091055a486d" /><Relationship Type="http://schemas.openxmlformats.org/officeDocument/2006/relationships/notesMaster" Target="/ppt/notesMasters/notesMaster1.xml" Id="R2c5f1d96c5404a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62017c0ad64659" /><Relationship Type="http://schemas.openxmlformats.org/officeDocument/2006/relationships/notesMaster" Target="/ppt/notesMasters/notesMaster1.xml" Id="Rb902b4e28a9b43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5450c1438e41f0" /><Relationship Type="http://schemas.openxmlformats.org/officeDocument/2006/relationships/notesMaster" Target="/ppt/notesMasters/notesMaster1.xml" Id="R5bb0b058bb3b49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7c7e46b6b342e3" /><Relationship Type="http://schemas.openxmlformats.org/officeDocument/2006/relationships/notesMaster" Target="/ppt/notesMasters/notesMaster1.xml" Id="Rd256c0b884f84a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cb984880d34ac0" /><Relationship Type="http://schemas.openxmlformats.org/officeDocument/2006/relationships/notesMaster" Target="/ppt/notesMasters/notesMaster1.xml" Id="R0bef6192fa424d2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c29c7ff0d4140e4" /><Relationship Type="http://schemas.openxmlformats.org/officeDocument/2006/relationships/notesMaster" Target="/ppt/notesMasters/notesMaster1.xml" Id="Rac08d072929343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07de2e21024cba" /><Relationship Type="http://schemas.openxmlformats.org/officeDocument/2006/relationships/notesMaster" Target="/ppt/notesMasters/notesMaster1.xml" Id="Rc6655daf88d345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5186d6abd54bcb" /><Relationship Type="http://schemas.openxmlformats.org/officeDocument/2006/relationships/notesMaster" Target="/ppt/notesMasters/notesMaster1.xml" Id="R23064ba98c174f7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de9790d73e41c0" /><Relationship Type="http://schemas.openxmlformats.org/officeDocument/2006/relationships/notesMaster" Target="/ppt/notesMasters/notesMaster1.xml" Id="Rd8055c1ce89348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74cad22e97d4ebd" /><Relationship Type="http://schemas.openxmlformats.org/officeDocument/2006/relationships/notesMaster" Target="/ppt/notesMasters/notesMaster1.xml" Id="R20ec11472e194b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D:/work/AI HACK 2026/成果物/仕様イメージ/01_AI_HACK_利用シーン仕様イラスト.png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https://developingchild.harvard.edu/resources/report/three-principles-to-improve-outcomes-for-children-and-families/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https://www.healthychildren.org/English/healthy-living/emotional-wellness/Building-Resilience/Pages/healthy-mental-and-emotional-development-in-children-key-building-blocks.aspx</a:t>
            </a:r>
          </a:p>
          <a:p xmlns:a="http://schemas.openxmlformats.org/drawingml/2006/main">
            <a:r>
              <a:t>- https://www.healthychildren.org/English/healthy-living/emotional-wellness/Building-Resilience/Pages/why-kids-act-out-tips-to-help-your-child-cope-with-stress.aspx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https://www.healthychildren.org/English/healthy-living/emotional-wellness/Building-Resilience/Pages/healthy-mental-and-emotional-development-in-children-key-building-blocks.aspx</a:t>
            </a:r>
          </a:p>
          <a:p xmlns:a="http://schemas.openxmlformats.org/drawingml/2006/main">
            <a:r>
              <a:t>- https://www.healthychildren.org/English/healthy-living/emotional-wellness/Building-Resilience/Pages/why-kids-act-out-tips-to-help-your-child-cope-with-stress.aspx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https://www.healthychildren.org/English/healthy-living/emotional-wellness/Building-Resilience/Pages/healthy-mental-and-emotional-development-in-children-key-building-blocks.aspx</a:t>
            </a:r>
          </a:p>
          <a:p xmlns:a="http://schemas.openxmlformats.org/drawingml/2006/main">
            <a:r>
              <a:t>- https://www.healthychildren.org/English/healthy-living/emotional-wellness/Building-Resilience/Pages/why-kids-act-out-tips-to-help-your-child-cope-with-stress.aspx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https://developingchild.harvard.edu/resources/report/three-principles-to-improve-outcomes-for-children-and-families/</a:t>
            </a:r>
          </a:p>
          <a:p xmlns:a="http://schemas.openxmlformats.org/drawingml/2006/main">
            <a:r>
              <a:t>- https://www.healthychildren.org/English/healthy-living/emotional-wellness/Building-Resilience/Pages/why-kids-act-out-tips-to-help-your-child-cope-with-stress.aspx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D:/work/AI HACK 2026/README.md</a:t>
            </a:r>
          </a:p>
          <a:p xmlns:a="http://schemas.openxmlformats.org/drawingml/2006/main">
            <a:r>
              <a:t>- D:/work/AI HACK 2026/docs/hackathon-build/prd.md</a:t>
            </a:r>
          </a:p>
          <a:p xmlns:a="http://schemas.openxmlformats.org/drawingml/2006/main">
            <a:r>
              <a:t>- D:/work/AI HACK 2026/docs/team/REQUIREMENTS_REVIEW_CHECKLIST.md</a:t>
            </a:r>
          </a:p>
          <a:p xmlns:a="http://schemas.openxmlformats.org/drawingml/2006/main">
            <a:r>
              <a:t>- D:/work/AI HACK 2026/参考/【最新】AI_HACK2026_OrcaRouter_deck_v2.pdf</a:t>
            </a:r>
          </a:p>
          <a:p xmlns:a="http://schemas.openxmlformats.org/drawingml/2006/main">
            <a:r>
              <a:t>- https://www.unicef.org/innocenti/reports/policy-guidance-ai-children</a:t>
            </a:r>
          </a:p>
          <a:p xmlns:a="http://schemas.openxmlformats.org/drawingml/2006/main">
            <a:r>
              <a:t>- https://www.healthychildren.org/English/healthy-living/emotional-wellness/Building-Resilience/Pages/healthy-mental-and-emotional-development-in-children-key-building-blocks.aspx</a:t>
            </a:r>
          </a:p>
          <a:p xmlns:a="http://schemas.openxmlformats.org/drawingml/2006/main">
            <a:r>
              <a:t>- https://www.healthychildren.org/English/healthy-living/emotional-wellness/Building-Resilience/Pages/why-kids-act-out-tips-to-help-your-child-cope-with-stress.aspx</a:t>
            </a:r>
          </a:p>
          <a:p xmlns:a="http://schemas.openxmlformats.org/drawingml/2006/main">
            <a:r>
              <a:t>- https://developingchild.harvard.edu/resources/report/three-principles-to-improve-outcomes-for-children-and-families/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c997e55e746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3bd9c55d9f45f9" /><Relationship Type="http://schemas.openxmlformats.org/officeDocument/2006/relationships/slideLayout" Target="/ppt/slideLayouts/slideLayout1.xml" Id="Ra3d3aaa16eeb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d3aaa16eeb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4abf47c924276" /><Relationship Type="http://schemas.openxmlformats.org/officeDocument/2006/relationships/notesSlide" Target="/ppt/notesSlides/notesSlide1.xml" Id="Rdef3a8dac9c94a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096b064fb495b" /><Relationship Type="http://schemas.openxmlformats.org/officeDocument/2006/relationships/image" Target="/ppt/media/image.png" Id="Rcc1afd60328f4903" /><Relationship Type="http://schemas.openxmlformats.org/officeDocument/2006/relationships/notesSlide" Target="/ppt/notesSlides/notesSlide2.xml" Id="Ree48f0b8a0b54d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2a1acc8f64b05" /><Relationship Type="http://schemas.openxmlformats.org/officeDocument/2006/relationships/notesSlide" Target="/ppt/notesSlides/notesSlide3.xml" Id="R87ddeaa8d3364b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e304088bc4945" /><Relationship Type="http://schemas.openxmlformats.org/officeDocument/2006/relationships/notesSlide" Target="/ppt/notesSlides/notesSlide4.xml" Id="Rcd39ab26ad1e4b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519ca6cdf4b7b" /><Relationship Type="http://schemas.openxmlformats.org/officeDocument/2006/relationships/notesSlide" Target="/ppt/notesSlides/notesSlide5.xml" Id="R2784b2f731a141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ff0a0ec38405d" /><Relationship Type="http://schemas.openxmlformats.org/officeDocument/2006/relationships/notesSlide" Target="/ppt/notesSlides/notesSlide6.xml" Id="Rbca166744eee47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1cae09c46456a" /><Relationship Type="http://schemas.openxmlformats.org/officeDocument/2006/relationships/notesSlide" Target="/ppt/notesSlides/notesSlide7.xml" Id="Rb7e882eeb08449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c442743824ab6" /><Relationship Type="http://schemas.openxmlformats.org/officeDocument/2006/relationships/notesSlide" Target="/ppt/notesSlides/notesSlide8.xml" Id="R1185f9d35699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73374cf004fd2" /><Relationship Type="http://schemas.openxmlformats.org/officeDocument/2006/relationships/notesSlide" Target="/ppt/notesSlides/notesSlide9.xml" Id="Rcac6450f063343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5918e240041e5" /><Relationship Type="http://schemas.openxmlformats.org/officeDocument/2006/relationships/notesSlide" Target="/ppt/notesSlides/notesSlide10.xml" Id="R258ded76e2e741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4ab66cebc490e" /><Relationship Type="http://schemas.openxmlformats.org/officeDocument/2006/relationships/notesSlide" Target="/ppt/notesSlides/notesSlide11.xml" Id="R2cb305d3565f4b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d3ca1c6b246eb" /><Relationship Type="http://schemas.openxmlformats.org/officeDocument/2006/relationships/notesSlide" Target="/ppt/notesSlides/notesSlide12.xml" Id="R1bfc725ccb3a47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ed66eee964b9f" /><Relationship Type="http://schemas.openxmlformats.org/officeDocument/2006/relationships/notesSlide" Target="/ppt/notesSlides/notesSlide13.xml" Id="R08b7272095ba45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f61b883054351" /><Relationship Type="http://schemas.openxmlformats.org/officeDocument/2006/relationships/notesSlide" Target="/ppt/notesSlides/notesSlide14.xml" Id="Rf1af804df0db49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334ac72ac497c" /><Relationship Type="http://schemas.openxmlformats.org/officeDocument/2006/relationships/notesSlide" Target="/ppt/notesSlides/notesSlide15.xml" Id="Rc9bbe16ff6ab42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949013d554471" /><Relationship Type="http://schemas.openxmlformats.org/officeDocument/2006/relationships/notesSlide" Target="/ppt/notesSlides/notesSlide16.xml" Id="R604a93a7a22948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88e215515406c" /><Relationship Type="http://schemas.openxmlformats.org/officeDocument/2006/relationships/notesSlide" Target="/ppt/notesSlides/notesSlide17.xml" Id="Re26cea20b0b04f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52596962c4bbc" /><Relationship Type="http://schemas.openxmlformats.org/officeDocument/2006/relationships/notesSlide" Target="/ppt/notesSlides/notesSlide18.xml" Id="R3c340c45a2cc49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7f3d81d9b462f" /><Relationship Type="http://schemas.openxmlformats.org/officeDocument/2006/relationships/notesSlide" Target="/ppt/notesSlides/notesSlide19.xml" Id="Rbd0677a3842740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dd2981d294535" /><Relationship Type="http://schemas.openxmlformats.org/officeDocument/2006/relationships/notesSlide" Target="/ppt/notesSlides/notesSlide20.xml" Id="R61189833b92f43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27d27f8b4de0" /><Relationship Type="http://schemas.openxmlformats.org/officeDocument/2006/relationships/notesSlide" Target="/ppt/notesSlides/notesSlide21.xml" Id="R74dd50ed283144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2920b074f4a4c" /><Relationship Type="http://schemas.openxmlformats.org/officeDocument/2006/relationships/notesSlide" Target="/ppt/notesSlides/notesSlide22.xml" Id="R178463a1bf6d471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2394f527e40db" /><Relationship Type="http://schemas.openxmlformats.org/officeDocument/2006/relationships/notesSlide" Target="/ppt/notesSlides/notesSlide23.xml" Id="R7f6bc2c4883547a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d4e78ea8d4dd0" /><Relationship Type="http://schemas.openxmlformats.org/officeDocument/2006/relationships/notesSlide" Target="/ppt/notesSlides/notesSlide24.xml" Id="R53514c8a3a5545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58b93c0c84cb9" /><Relationship Type="http://schemas.openxmlformats.org/officeDocument/2006/relationships/notesSlide" Target="/ppt/notesSlides/notesSlide25.xml" Id="R30cd2a4247bd4a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ba4a14e90496b" /><Relationship Type="http://schemas.openxmlformats.org/officeDocument/2006/relationships/notesSlide" Target="/ppt/notesSlides/notesSlide26.xml" Id="R0a9035542d2740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E4850-5F2D-459B-A2BE-1B54DC0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721A2-CEB8-46E2-85B4-EE5AD719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74287-C46F-4776-9F25-ACC6F489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867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7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保護者AIメッセージ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37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統合詳細要件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AD52F-9405-4228-9EF7-E0546C16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動画・音声・字幕をひとつの安心体験として届ける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82BF8-30CB-4DC8-BF22-7C7600B5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5867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43D07-C637-4068-8968-5DB9E126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この資料の位置づけ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80CDB-0510-4797-B748-FAB9677C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62800"/>
            <a:ext cx="5105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利用体験・AI判断・保護者アバター・同期・安全・データ・API・受け入れ条件を、1冊の正本として定義する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896C1-4E0F-4008-A8C7-7864E0EC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39300"/>
            <a:ext cx="586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共有・実装・レビューの基準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76FA2-DEFA-416A-BB2C-3C0A63A6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F8C8F-7B24-4742-9130-A36A9650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57675-AB5E-4AD7-8182-A602D269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47546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669CF-B798-454E-8BC2-AF36A1FC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AI HACK 2026 / 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3E8D8-6525-4A25-9104-D4F37B32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61EC452-24CC-4555-894A-A71E6CAF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体験の中心を一文で固定する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FD8D0-5F64-45A9-B622-912D2310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0AC1E-9256-4F95-B55E-FDFD88DD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1E84B-06F2-43FA-8271-B19C1D47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F4B58-8A6A-4461-B1D3-F8A033D6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afd60328f4903"/>
          <a:stretch xmlns:a="http://schemas.openxmlformats.org/drawingml/2006/main"/>
        </p:blipFill>
        <p:spPr>
          <a:xfrm xmlns:a="http://schemas.openxmlformats.org/drawingml/2006/main">
            <a:off x="457200" y="2194624"/>
            <a:ext cx="5943600" cy="334505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AFF10-2427-4934-A183-90551379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5943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E2213-4741-40AC-A598-826E569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子どもの声に、安心できる形で返す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43916-D9F4-492F-B153-6E1EC352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961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本人同意済みの保護者の顔・声・話し方を使い、AIが生成した返答を動画・音声・字幕として同時に届ける。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5EE6E-B5D5-4CCA-8F9A-29E5526C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636ED-388A-4D0E-94E6-8F3C86D2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297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本物の保護者とのリアルタイム通話ではない</a:t>
            </a:r>
          </a:p>
        </p:txBody>
      </p:sp>
    </p:spTree>
    <p:extLst>
      <p:ext uri="{BB962C8B-B14F-4D97-AF65-F5344CB8AC3E}">
        <p14:creationId xmlns:p14="http://schemas.microsoft.com/office/powerpoint/2010/main" val="871613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19F0F-831A-428A-866C-27F707DD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AI HACK 2026 /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BA0BE-97ED-4031-9C84-1D5962FD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DB4D8584-E57F-484B-B875-0E16EE30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誰のためのサービスか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6853F-F1B0-4745-ACC3-724EA0D2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B24C7-4760-4DE5-9358-0CB11B6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91901-E694-4729-AE7F-41C27BE6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66101-EA1C-4D60-9794-AEC3822B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837C9-7E45-4F6A-ACFE-72C30888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6CDA6-E351-4E72-96BF-2307ABAF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主利用者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C1EF7-D8BE-4AEE-80AD-F4F09CEA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家庭で使う3〜6歳児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8B9C0-6B29-4BE8-9B57-4DB57806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うれしい・寂しい・怖い・怒ったなどを短い音声で伝える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0F566-B8C3-411B-B001-C00D3736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1FCAE-9408-4C7F-A5C0-1A7841BE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操作補助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7F1D2-38ED-4EBF-A0C0-6D090A9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同席する信頼できる大人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4DE58-04F9-4EC3-B8CA-8B916A2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父親・母親・祖父母などが録音、認識確認、安全対応を支える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27597-1621-42FA-AE7E-13F3E94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5189F-3263-449D-8A19-4E18740A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素材提供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B41E2-FE2C-49F2-A74A-21E1BC8A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一時的に不在の保護者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342A6-6D33-4B0C-9437-97F61E5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顔・声・話し方の利用範囲を本人が明示的に許可する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6E3B5-E5BC-4EB1-AD85-4289EBD1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295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C29D7-8FD0-4F76-8306-A05F492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20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D37CC-FA5A-4218-AF07-68BB1A05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62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子どもが落ち着き、安心する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7CE3B-8176-4215-9E28-38DE7774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8773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AIで大人を置き換えず、その場の大人の寄り添いを補助する</a:t>
            </a:r>
          </a:p>
        </p:txBody>
      </p:sp>
    </p:spTree>
    <p:extLst>
      <p:ext uri="{BB962C8B-B14F-4D97-AF65-F5344CB8AC3E}">
        <p14:creationId xmlns:p14="http://schemas.microsoft.com/office/powerpoint/2010/main" val="678127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F261EC-0897-4EC4-B6D0-4745A28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AI HACK 2026 / CONSENTED AVATAR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A73BF-21DF-4E5D-AD3B-8907A0B5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37A1743E-472B-4E73-A986-CBFC4203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保護者アバターは同意から始める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31985-4AAA-4547-A87D-49FDBE29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D6A4F-6A1D-40FF-88EB-B66F103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E8296-A1BA-4CB5-A59A-8DCB9681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4091B-423C-44BF-B1E4-80768813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E6841-5937-4AC5-9506-58D65D63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D4DA8-1868-40C3-B1E6-188F103F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AV-01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18058-FC0E-468B-B2B6-2EDABD8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本人の顔写真または短い基準動画を登録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EA4DC-A6CC-4BAB-8AF6-3275921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第三者・子どもの顔素材はデモで使わない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51C7D-80FB-4E43-9F9A-5B94210C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0DB16-2DAB-440F-8B7C-D518B081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BD30E-B4C0-40A0-ACAB-1A0BBEAE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AV-02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953B4-BE50-4F32-9A5F-F4C0D735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814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本人の音声サンプルを登録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192EA-A004-44DC-BC03-15C321C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顔と声は別々に用途限定で同意を取る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6EEB7-5C46-440D-89F7-7CC602E7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9864A-85C5-497B-BD90-711EBB3A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3E4B7-CCCC-4E14-9BC6-EC7F8383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AV-03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ECDFD-E346-4419-AF26-83DDE151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呼び方・口調・避ける表現を設定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381AC-9B96-4541-BE87-59506DB4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返答本文は録音済み文ではなくLLMが生成する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83019-96BB-4DBE-9AB1-47C6172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29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9AB15-C411-4471-B0C9-4A367B0D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5C33F-1F10-4E0B-B25A-5B831BD4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AV-04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207AE-BA40-45A8-9AB3-CD0DCA46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817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consentIdと承認済み素材IDをサーバーで検証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C7389-3991-4DF0-956D-9054238E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294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DD916-81CC-4440-BF73-23A7ECE9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F9E81-4D99-468E-A6D2-68843B8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009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AV-05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0904B-8A6B-4BB9-BFF5-C8E921D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818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停止・削除・利用範囲変更を可能にする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BC0D29-8D8E-430E-A448-3AD3413F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2296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E09AA5-955D-40AE-9DA4-34FF7A0E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39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19A47-1C53-43A0-8728-0F052B2D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4010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AV-06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F47AF8-80D6-413E-AC88-ACB1305E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動画には生成物であることを明示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F3D5B9-1A5C-48A2-A6BD-853BDE04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9535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本物の保護者が今返信したとは表示しない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304D11-950E-405A-92BE-326D5A15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346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950799-90C1-430E-8AA6-7BF1325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013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表現名：本人同意済みの保護者AIアバター</a:t>
            </a:r>
          </a:p>
        </p:txBody>
      </p:sp>
    </p:spTree>
    <p:extLst>
      <p:ext uri="{BB962C8B-B14F-4D97-AF65-F5344CB8AC3E}">
        <p14:creationId xmlns:p14="http://schemas.microsoft.com/office/powerpoint/2010/main" val="848992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575141-D6C3-45F2-BEA7-5DA18444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AI HACK 2026 / 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62404-2273-4086-8AE2-B2EF2947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11E56E52-2DD6-418C-954B-9A7FAF72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入力から返答までを一続きにする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E5036-196B-43B4-A5B0-D95FAEB9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BEEE1-9C5C-48AD-9961-8CC66240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B04EE-7E3B-47A9-B8F9-858BF1F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10873-DF19-4DFB-8F7F-92F9FD59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93F30-0A64-49B6-BBC0-C0826C41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10E0C-BBB7-4680-B77B-3E9151EF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0ED51-488F-482B-8027-167CA88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AE8B9-C24B-4CA3-9236-694FE2E4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723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37173-0629-4364-9DEC-9DBC3E66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2105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5D7D0-A553-4055-8D49-6C54176E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4488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EAD1C-A1C6-48FE-8282-22137079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4E8C6-FB2E-4DBC-A460-F2D983A1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0242F-8BEA-4F23-80D5-F3B54529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A2469-DD49-4E9F-B619-DEB5480B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95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同席大人が録音開始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292E5-E423-44E4-9EDA-B3C696B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38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子どもへ『おはなししてね』と案内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64796-3A92-4033-A2AC-985400AB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1C5AB-FF74-4A73-B16C-B1A01273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F8D82-CDA7-47E0-A4A8-C271F06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5E871-FC9C-4323-9633-B9EB3902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子どもが声で話す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276A0-6268-424C-90B4-B1225CA2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76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録音上限は推奨15秒。文章入力は障害時のみ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C0921-370F-4E2E-A20D-0C1E506D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9F646-B117-48FE-9D5E-4C12D7BF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E5F20-9020-458E-9177-664945E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86681-7A23-4FE1-AA82-FC929E1D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サーバーSTTで文字起こし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379A6E-32E7-473C-B493-2BF7BF78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大人が認識文を確認し、再録音または送信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73AB0-31AB-425F-AA95-918C99E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52F5B-84B8-4580-8CA8-2185644B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5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F4B7C8-57DE-483F-8797-3F894471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E1C70C-3522-4F40-B5B2-6BCF91A5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103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OrcaRouterで意味と安全を判定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700BA2-AEBD-4EAE-A992-97872FB0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553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安全度・支援モード・感情を構造化して返す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A0CC35-98BE-4F42-BBEE-9E57AE98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9615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7BCDA3-D7E9-4E9B-B147-745D15F2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05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85791B-FD9B-488E-BD8C-27CF6512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91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D185EA-6C00-4AC3-A6A6-77FE2D82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44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返答文・音声・動画を生成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FAD1FB-DE0F-447E-87BD-75C7D526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791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同意済み素材を検証。安全時は生成しない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9BEF6E-EAFC-4736-B726-B1B6E327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3440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407FF4-AEE0-4F3B-9B46-72D6AC2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43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918362-010E-4B77-96F5-6F56DAA3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2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FA9231-38A0-4B3E-9E43-98D7C7C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686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3要素を揃えて同時再生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604E46-050F-42A2-B175-77E2F7A3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029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動画内音声＋字幕。生成中は安心できる待機表示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48F844-DA7D-4AA5-8EA6-AE02F84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7265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383176-0B9E-4D54-97B9-A8696782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982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75C43B-2023-46F5-97D3-7698B7EC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679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F36E8D-4AB1-429D-A94D-61B42C3C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9250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匿名技術ログを記録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C911C6-6177-4DEB-941D-3DF3C249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267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route・model・cost・latency・statusのみ</a:t>
            </a:r>
          </a:p>
        </p:txBody>
      </p:sp>
    </p:spTree>
    <p:extLst>
      <p:ext uri="{BB962C8B-B14F-4D97-AF65-F5344CB8AC3E}">
        <p14:creationId xmlns:p14="http://schemas.microsoft.com/office/powerpoint/2010/main" val="853793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92E828-643C-4FDC-86D1-75B79502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AI HACK 2026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95B69-625C-4781-B7FD-BDE3B79D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594F9475-4B12-48E5-839D-388B752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処理はサーバー側で完結させる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3A9B9-3575-414D-A488-4A9153DE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75E11-3EA7-458D-83F6-02032E0C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3341F-387A-412C-A890-28E80821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7580F-AFCD-47F5-BAFB-526D5C61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FF158-19C9-4590-AE8A-551ADA2B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53F73-72B1-4DD3-B8CD-287667C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5295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1E17A-5BBF-4CDD-A26E-71EF1344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674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B603D-2B48-4744-BD3B-D1ED4118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18185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03CFD-87F0-4D92-AFF2-33324141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4963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B44E8-21CC-4BC3-926F-912474C4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29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04AF9-B2F5-40AF-8D0C-F8FD4BE1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スマホUI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3BFC7-687C-4328-812E-B644EEA7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録音・認識確認・待機・同時再生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08C94-96D4-48AE-8B65-6FD52D2B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29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DD963-5BFF-45AE-BD55-E1C02041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API + STT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C3EC0-6686-471D-8E65-C16E076E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秘密情報・検証・文字起こし・状態管理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A14B1-636F-4176-8ED0-D1874DB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529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F574F-EB2A-4F19-BCB9-BA066B1D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339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OrcaRouter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75C40-01F2-4B08-930C-F29194D6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864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LLM選択・安全度・支援モード・感情判定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CE390-F90F-473A-9A7D-8FD56719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05550"/>
            <a:ext cx="529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15154-C823-4A41-83A2-BA42DB0D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484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応答統合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03CF0-B871-4020-AAB9-09742BD7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0085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返答文・字幕・表情・声の調子を統合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7E79B-E244-4897-A377-E7005FEB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0"/>
            <a:ext cx="529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FA4A9-0D86-4CCA-A559-6C29C44F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762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音声・動画生成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F5CC5-56B5-4E18-BEA6-F609A00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11530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同意済み素材から音声→動画を生成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66DE9-D0B0-439F-9A68-4699267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34450"/>
            <a:ext cx="529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04FFA-0F26-4DC7-A84C-99AE63E6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0773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匿名技術ログ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99749-D228-4309-917E-8F54A2A0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42975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モデル・原価・処理時間・状態・失敗理由</a:t>
            </a:r>
          </a:p>
        </p:txBody>
      </p:sp>
    </p:spTree>
    <p:extLst>
      <p:ext uri="{BB962C8B-B14F-4D97-AF65-F5344CB8AC3E}">
        <p14:creationId xmlns:p14="http://schemas.microsoft.com/office/powerpoint/2010/main" val="932727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304FE-EB43-4445-839A-92B73B56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AI HACK 2026 / ORCAROUTER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3E772-FC90-450F-BD6A-EB7E7C5D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4EED6AF1-9ADF-4F29-BF56-95DA5721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OrcaRouterは監督役である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76A0C-AA78-4D0A-98B5-0225E37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51C36-CCEA-4858-BB30-79DBCD5B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93709-F648-470A-8D33-8CFCC06F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92A8B-076D-4365-BAA1-73073B5B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9F19F-475B-4472-8352-BF38D476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40B0F-06AC-4AEC-B57A-AB2632FF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担当する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5F18F-6800-42F1-894C-DBD27558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最適なLLMへルーティング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7602B-A037-42C9-A798-E5FAAE8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分類・返答・台本生成のモデル選択、フェイルオーバー、ガードレール、原価・レイテンシログ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00737-A201-4B0D-8B38-4DAA0D6F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5943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DD49C-8117-48DA-9CB3-5A76E66E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担当する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A604C-7A3B-477F-9FB8-D5372BD0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返答方針を構造化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E941A-4E44-42D6-BD4C-086C25D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safetyLevel / supportMode / emotion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replyText / voiceTone / expression を返す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89BB0-B526-40E6-A6E9-E168F864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2800"/>
            <a:ext cx="5943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6C8FA-C882-4D9C-B79A-6C2FC21A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5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担当しない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218DC-7792-428C-A45B-2B635132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96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動画ファイルの直接生成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A8BB0-7E7A-4DF4-89E2-382C3186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105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音声合成、顔・口の動き、MP4生成は専用の音声／動画生成サービスが担う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1CE0C-E24C-47A8-B731-A6E02D48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8CCB5-32D3-4A8A-BE2E-0BEC8E19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822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OrcaRouterが判断し、専用APIが制作する</a:t>
            </a:r>
          </a:p>
        </p:txBody>
      </p:sp>
    </p:spTree>
    <p:extLst>
      <p:ext uri="{BB962C8B-B14F-4D97-AF65-F5344CB8AC3E}">
        <p14:creationId xmlns:p14="http://schemas.microsoft.com/office/powerpoint/2010/main" val="17321233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3C510-FB20-41E0-8897-C289E79D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AI HACK 2026 / DECISION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66391-8640-40B5-805F-A2E5F049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142F918B-78DF-46A4-B4A4-AEBEEAC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判定は3つの軸へ分ける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2D107-C24A-4DB0-B7C1-AEE6F790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EC99B-63FB-4D1A-997D-66BF647D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8730A-9B6F-4B60-8988-B4738067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EBCBC-97FA-4019-9E3A-B90F120A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5762A-CCFD-4DCD-BF2A-827E6D9D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6AB61-6264-4C36-8E6F-578C0300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軸1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92D0C-7328-437E-9DBD-E09A8990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安全度 safetyLevel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7E475-E192-49D6-83E3-164C05C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normal / adult_required / urgent / uncertain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8AF99-1BD1-40A6-86D5-58307258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59436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DAC2F-C0DB-4D68-BEB2-9C5D7BC0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軸2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BDE1E-C4DF-4869-A16C-D6FCE943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支援方法 supportMode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AADBD-B1D5-4742-A800-F6A29CA0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533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celebrate / comfort / calm / encourage / listen / transition / basic_need / clarify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ED8BF-800C-43C8-AA4E-06ED2336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81800"/>
            <a:ext cx="5943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FBA0A-8BA4-4539-852D-ECD080ED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72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軸3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FAD3C-76CC-4B72-B8D5-420B8D2A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15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感情 emotion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691A4-0745-4044-B4E8-E131D795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295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joy / sadness / loneliness / fear / anger / frustration / disappointment など複数選択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6BDDD-4D02-4E32-AAF3-4B759A54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869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D5E29-07B8-458F-A534-7F575318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536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動画有無ではなく、子どもへの対応方針を判断する</a:t>
            </a:r>
          </a:p>
        </p:txBody>
      </p:sp>
    </p:spTree>
    <p:extLst>
      <p:ext uri="{BB962C8B-B14F-4D97-AF65-F5344CB8AC3E}">
        <p14:creationId xmlns:p14="http://schemas.microsoft.com/office/powerpoint/2010/main" val="808551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EDDD88-1690-44B7-801F-6F085B6E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AI HACK 2026 / SUPPORT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E9968-E8D6-4CD4-9AD1-9689C685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31FFAF78-3519-454A-828D-B7B3A66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支援モードで返答を変える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6A35B-12ED-4BDB-8642-69445317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590F2-A7FF-46F7-A51E-9C751A34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0335C-D765-4BF6-80D4-883ABAD8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64D2A-75D6-4912-B6D1-E58B940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F87A4-913E-4A10-9B15-BB1EADF1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FEC9E-204A-493F-A260-8C9E629A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celebrate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3452E-AEAC-453C-816A-9F5380EC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622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成功・うれしい・見てほしい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B725C-9CF8-47EF-971F-535C35B2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337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一緒に喜び、具体的に褒める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34E32-6F67-45EB-93FB-B23202BD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480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301F8-1764-4497-B147-62FF43A4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35DF9-552A-40F9-B732-1C7CFE60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comfort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F201D-C44B-48D7-AD67-6637EEC1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004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寂しい・悲しい・会いたい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2B9AB-187D-422D-A53D-FD23483F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感情を認め、安心とつながりを伝える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B702A-0321-4318-B2B1-9C30F740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F4A92-8685-4989-8312-E60AEB3E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1989E-A23B-4386-95F8-384EFAD0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calm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E12E3-001F-41B8-A57A-445D4D8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387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怒り・駄々・興奮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2C77B-9F7F-4F61-800F-A06A845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短い言葉、穏やかな声、呼吸や身体感覚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2A4CD-F4FF-43E4-82C5-1CA6F867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245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0011E-F894-48D2-8C09-FDD7B335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C1636-BDFD-4407-B5A9-64129B8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encourage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FACF3-E2F0-4911-8E76-2E0BB2FE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769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失敗・自信がない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7C1E0-1C4B-4759-B56F-46A18128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484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努力を認め、小さな次の一歩を提案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C186A-F785-414E-8825-F816A900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628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17EBD-C880-4201-94FE-2439D356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72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7F525-DBCA-43F6-9F09-5DB57480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342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listen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32A66-FE65-4C28-BD03-C952EE93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3152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今日の報告・雑談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B212D0-A184-4595-9697-972350DC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8867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内容を言い換え、質問は1つだけ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186A2A-1DC5-4A7B-ADD2-E32D4406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4010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1EA59-7EF0-4E1E-BFD7-A656CB90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10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68645C-23CD-437F-9D61-E646D4BC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5725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transition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8E3496-B09B-424F-8228-F25BFF4B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534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寝る・片付け・お風呂などの拒否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5E8306-6F75-4856-B573-CD5245E1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1249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共感した後、二択または小さな行動を提示</a:t>
            </a:r>
          </a:p>
        </p:txBody>
      </p:sp>
    </p:spTree>
    <p:extLst>
      <p:ext uri="{BB962C8B-B14F-4D97-AF65-F5344CB8AC3E}">
        <p14:creationId xmlns:p14="http://schemas.microsoft.com/office/powerpoint/2010/main" val="1206260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5FBD79-582F-4FD3-925A-6E287176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AI HACK 2026 / RESPONSE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5B6F2-3406-4246-B3CA-2EC9F01A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8FF9C550-6CBB-4F16-BE37-51DA3F7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安心を作る返答順を固定する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EDA26-9097-4B4B-B7C2-F484114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1B906-B18D-4FA2-91B6-83C98396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54A2F-F25E-4720-AF41-5F4F32D4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FF8D1-879F-4111-8A27-DEDA6ACB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29886-20B7-4031-8D6C-C45DCA30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E879C-A38D-4809-85DE-565E4877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BE3F9-EA56-4111-8C60-30C4DD99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87B6B-7B16-4D33-A4E8-779A83DD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056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9AE91-3CB2-4BAD-9B84-8C0A2225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C11A0-2CB6-4DAC-A636-F6B018A7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70AC2-2E70-4AC1-BCB0-AB3E2AA6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27804-C7C5-480C-A2AC-244F1A51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28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受け止める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423BB-0C1C-4415-933A-80F6A885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『お話してくれてありがとう』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2B822-D5A3-4680-B66F-3F7EDB5D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A468B-611F-458A-95A6-F5134E4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5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DBA55-1E79-4DD1-B233-73655A8C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9742E-2C54-4FBF-ACDB-D1152DFD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気持ちを短く言葉にする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BD6D7-BFE8-4287-B5A9-8BFE7746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『寂しかったんだね』『悔しかったね』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D3873-E30B-4257-B9D3-5AAE04FC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CFCAF-1489-4298-A911-61E9EEB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BF119-F01D-42C3-B4E1-03737BDE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50FDB-B7F1-4CA3-ACE5-542E934E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否定せず安心を返す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CDCF6D-9468-4C2D-ACD2-7B0962A4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48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『そう思ってもいいんだよ』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530CA-A612-47BC-BAF6-10EE8A29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75634A-7372-4D06-B2AE-60DA2BAA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068CF-6DF6-40B7-970A-1B21368C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38F2C5-FCE8-4527-A44F-5F54144C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43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行動を1つだけ提示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8A7AC0-2F1C-498C-9FA4-4F3CF371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686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呼吸・二択・同席大人へ伝える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006189-4B1E-4643-9118-0FB431A9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0"/>
            <a:ext cx="563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9E3C8-9AD9-4387-8165-C07BFBCC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847BDF-7530-439C-AA91-310B0C6C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24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A10010-967E-45CA-A869-385CEE4E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581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長く説教しない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83248-E364-4189-814E-41AC9E9E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924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3〜6歳向けに短い文、責めない、断定しない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17CEB-3EFB-435D-A78D-55FF2DC0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631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C74E68-0D5E-4302-B582-8A6D2DFE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98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Regulate → Relate → Reason の順で支える</a:t>
            </a:r>
          </a:p>
        </p:txBody>
      </p:sp>
    </p:spTree>
    <p:extLst>
      <p:ext uri="{BB962C8B-B14F-4D97-AF65-F5344CB8AC3E}">
        <p14:creationId xmlns:p14="http://schemas.microsoft.com/office/powerpoint/2010/main" val="19649382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37971-327A-46C3-BB06-24FE7936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AI HACK 2026 / CHILD-FACING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36D5A-2B79-419C-AB86-72A85EF5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A8041C0D-D0D8-4CE9-9BB2-A93327EF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待機中も安心を途切れさせない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0ABCD-7C46-45A0-BA8B-FEFA1717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14D58-85EC-4B7E-BC56-474E17A1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1EB33-5159-4736-930F-BECE5E14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7BD4C-E5B6-4CD1-AC20-B36C583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4C4C5-D2D9-49CC-9781-E86C531D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92C87-CF53-4DC7-8F51-C3ECE45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通常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1B766-1E5B-4A63-A635-1370DC06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おへんじをとどける準備をしているよ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680BE-4B2D-4BA8-AF5D-B21E4F28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技術語や処理状況を見せず、短く同じ文言を維持する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EFB9F-8823-473D-9830-8C2A8CA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943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FDA70-8249-4F68-8C17-C65E77BB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不安・怒り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0747A-3262-4038-B51E-D0AB5F27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いっしょにゆっくり待とうね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AAC42-CC2C-4689-995D-3019259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必要に応じて『ゆっくり息をしよう』を表示する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5469F-804C-4FFC-90C5-0CE450A0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5943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A1434-1A2C-45A9-B14B-B789C39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透明性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F82E8-E04C-46F3-823D-B9C38D7D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15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お顔と声を使ったおたすけメッセージ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9C2E3-ECFB-4370-BD59-A57F686B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『本物のママが今送った』『ママが待っている』など事実でない表現は使わない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2FF4D-7A98-4211-A911-0E355B99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3C1E6-B264-4D95-BC02-D0B60246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107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大人向け画面では『AI生成・本人同意済み』を明示</a:t>
            </a:r>
          </a:p>
        </p:txBody>
      </p:sp>
    </p:spTree>
    <p:extLst>
      <p:ext uri="{BB962C8B-B14F-4D97-AF65-F5344CB8AC3E}">
        <p14:creationId xmlns:p14="http://schemas.microsoft.com/office/powerpoint/2010/main" val="5600709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426F2-645F-4948-B4B2-8554C40C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AI HACK 2026 / OUTPUT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E9F31-0CE2-4CC7-AB10-A220D4E6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9561F09E-C589-438C-8F2E-E6EDDC1E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返答は3要素を同時に提示する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7DBB0-1C4C-4F82-A382-8EBCDD2A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8BBC8-92A9-473A-99D7-64C55FD3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4B85B-82F3-4F0B-B8F7-1D557545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8DF59-2C9D-4DD9-AE48-0AAF670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76BBD-B0E4-475B-BB28-47E9282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4864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17269-1F56-457B-AAE2-5708DBFC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48387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34E67-B817-48C5-B8E8-80D879BB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83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保護者AIアバター動画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31150-E7BE-463E-A894-B22E399C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483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18EF5-5FBF-4321-BF3B-4A99DB0D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字幕：お話してくれてありがとう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6D52D-A7A6-4296-8B85-34464B2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BC80E-2112-4A80-BDF7-BFF7F1C3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817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動画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81337-3035-4088-A64A-6D6914CD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477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26580-97FC-4515-B07A-0EA43A4A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5817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動画内音声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8F53F-5000-4E74-98D6-E73468B7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770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74BC6-783B-45FD-87AA-5A9291A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5817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字幕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D69B6-BDF6-472A-B071-3FCF2EE3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8F73A-336D-4377-8289-54A09EC5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342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音声は動画の音声トラックに含める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F48DE-F4B3-4009-9978-DAC674F4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34300"/>
            <a:ext cx="556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別プレイヤーによる二重再生・同期ずれを防止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3CA22-F912-41FB-A82C-AD29DE17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34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7BACC-4F1F-40B7-BF8D-D1C17A0F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391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全要素がreadyになるまで待機画面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CFAB6-09FE-4CAE-8625-51E2D7B5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39200"/>
            <a:ext cx="556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完成後、1つの返答として同時に再生開始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6A93F-6304-4E16-9C80-CC2867E8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39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C75F5-AAE0-45F3-B3E0-D1E811BA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440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通常・喜び・安心・励ましで表情と声色を変更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78EC3-9251-4DED-A365-167FFBE1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44100"/>
            <a:ext cx="556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安全対応では保護者アバターを表示しない</a:t>
            </a:r>
          </a:p>
        </p:txBody>
      </p:sp>
    </p:spTree>
    <p:extLst>
      <p:ext uri="{BB962C8B-B14F-4D97-AF65-F5344CB8AC3E}">
        <p14:creationId xmlns:p14="http://schemas.microsoft.com/office/powerpoint/2010/main" val="1724496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49D82-779F-4E08-9FC9-A245444F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AI HACK 2026 / LIP SYNC &amp;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371D0-A5DE-465D-9A01-6F041D9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751A0E6B-76AB-41F8-9BA0-FE53C1D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同期レベルを優先度で分ける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6ADCE-B1E5-40A6-ABAE-7A1B88C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FC75F-18BB-498F-99B5-4CD085E5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CF7CA-9B8A-4EA0-BD97-DD261C8D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E1869-45C2-4E43-8F26-A0038539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7E71B-45D3-4F6F-8A75-BD48BE8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11FB4-F3B6-4E0B-8395-872060AE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MUST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58BB6-FE39-4E0B-9576-26E9AD0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33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動画・音声・字幕を揃えて同時再生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13088-ED9F-4D53-AEF6-ED39491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音声は動画内へ埋め込み、字幕は同じreplyTextを表示する。同期生成がなくても必ず実現する。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4C9A7-7A85-4A06-9E4A-903DF44B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6CD63-9425-4C4C-910D-875ECA9D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MUST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583A8-B4A1-405E-80B9-5D22403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38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生成失敗でも体験を完走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B66E5-68C3-4382-A402-CEA6F99C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149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事前生成動画、静止画＋音声＋字幕、中立案内へ順番に縮退する。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854B4-721F-4959-8675-EECA95CB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A5A07-7463-4FE4-B9DA-18033698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SHOULD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9F9E3-C87E-4E6F-9ED8-3838603B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43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音声に合わせて口・表情を動かす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1703F-A520-459C-95F4-AC4AE4EF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8199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音声生成後にリップシンク動画を作る。締切までに安定動作すればデモへ採用する。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067E0-0DB1-4389-AD3C-B34F64C9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65B12-CB54-4848-AD2E-890FF53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67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COULD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F393F-34F1-4439-8B70-29281BD0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248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低遅延またはリアルタイム同期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C6367-4488-4FCD-9AA6-2AC20AD7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7249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ストリーミング音声とリアルタイムアバター同期は将来拡張。MVPの完成条件には含めない。</a:t>
            </a:r>
          </a:p>
        </p:txBody>
      </p:sp>
    </p:spTree>
    <p:extLst>
      <p:ext uri="{BB962C8B-B14F-4D97-AF65-F5344CB8AC3E}">
        <p14:creationId xmlns:p14="http://schemas.microsoft.com/office/powerpoint/2010/main" val="20639550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0A390-0914-40DC-9A24-C4A87086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AI HACK 2026 / FALLBACK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7FF8B-FD86-4200-B325-E61655CE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C8E41992-C68F-4CB3-921F-07B092BB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同期生成がなくても必ず返す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3D0E1-D72B-4C0D-AD64-882A4DE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90EA8-232C-4A83-AF2D-7F365B28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31978-C633-4D66-B7F9-BF8B72E4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3AF64-FA9A-403E-84DC-FB75DF47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C0CC0-61C3-450E-8157-9F60686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8E039-D11B-4202-976C-E9F7A587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LEVEL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A17D4-4EF7-407A-8CBB-60C7DC30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生成動画＋保護者音声＋字幕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24186-86AD-46FA-9FE6-83323A1F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音声に合わせた口・表情同期を含む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E8E47-5C25-49CF-8C68-9975ABAE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57376-B0B0-4E09-9DB1-AC272384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LEVEL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4197D-DE86-440E-8DC6-39428BF0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事前生成済み動画＋字幕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CAB0C-219A-43F0-8A74-B829A729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同意済み素材。生成動画と表示上区別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E8D99-510F-4E1B-9B48-047B11F5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9F639-7FB1-4012-9634-0B713CBC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LEVEL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D0C43-EBB2-4CC6-BBB7-66E43FE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246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静止画＋生成音声＋字幕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86BA1-0125-4B45-A67E-D1DAC37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顔動画が作れない場合の基本フォールバック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7A3B2-BC25-4E35-A363-E84D418A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15300"/>
            <a:ext cx="5943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2B40A-5E69-4EA8-8499-2818D746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05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LEVEL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ECF10-7DCC-435C-9B86-20811EB3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48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中立案内＋字幕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D4A37-8E62-4EA6-B1FE-61727CD6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630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音声・素材・判定に問題がある場合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A2E764-0090-411E-8AF4-3D74EC45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9175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1DFFE-662B-4183-9B84-8EBDC667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5845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推奨待機上限30秒。超過時は次レベルへ移る</a:t>
            </a:r>
          </a:p>
        </p:txBody>
      </p:sp>
    </p:spTree>
    <p:extLst>
      <p:ext uri="{BB962C8B-B14F-4D97-AF65-F5344CB8AC3E}">
        <p14:creationId xmlns:p14="http://schemas.microsoft.com/office/powerpoint/2010/main" val="20388740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6FBCA-6037-4ACD-95FA-30794E09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AI HACK 2026 /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97AF6-EF52-41BB-A472-232AF165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991A9C38-A99C-4B9B-8FD2-00A54002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安全時は保護者になりきらない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E2EC3-A83E-4706-B1BB-5333A201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9CAC3-C1E3-43D7-96E0-CF4D0C4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3854D-1D53-4449-B460-A32E2536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80D2B-002A-448C-8FE2-22D44F80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C83D6-5748-4E4F-BBBC-50D2B59C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D5800-BD1E-46A8-8543-829BF23D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SA-01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C8012-C73B-4071-AC2B-49D9CFDD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安全判定を返答生成より先に実行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ED06D-7196-4E45-88DA-FBDA630A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671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1D5C2-9434-48D6-9DEF-A7ED7E42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90A6C-3A46-467D-BB28-1EB8A8D4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SA-02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750A8-EDA0-4C33-8242-509C8706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adult_required / urgent / uncertainで保護者アバターを停止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6200E-640F-4F62-A34D-94162A34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D4913-2B34-46BF-A500-59DDC87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D4B9E-A550-4015-AF34-AE14012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SA-03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C26AA-CC75-45F8-B3CB-40206CC8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387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通常返信・本人風音声・動画生成を行わない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EC809-F1B2-4681-852D-2FF0340C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37031-F690-4E93-87B1-958C050B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2395D-B991-4F43-8087-93AE6271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SA-04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E2AC0-D8BD-42CF-81A8-7035A7A3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579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近くの信頼できる大人へ伝える行動を表示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E50D2-404D-48B8-9312-8706CC63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247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BCD11-001A-4821-90E0-D2AD07C0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30B2D-A560-4753-AC51-6A82737E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96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SA-05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0563F-2409-44BE-983A-00F36FBB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2771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『大丈夫』と断定せず、技術語も出さない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B498D-8DE5-4688-B8B6-8DD32D9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439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06FD4-C0C5-4670-92B8-D603F33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53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50BC7-1B03-4E69-88F2-3C9727D1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5153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SA-06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F00CC-AF0E-4447-B543-AEA89C06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4963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分類失敗時は通常へ流さず安全側へ倒す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F6D7E-4E6E-495E-B2F0-A06D167E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346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BB6D5-2604-4F2A-BF88-2BF6C800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013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サービスは同席する大人の共同調整を補助する</a:t>
            </a:r>
          </a:p>
        </p:txBody>
      </p:sp>
    </p:spTree>
    <p:extLst>
      <p:ext uri="{BB962C8B-B14F-4D97-AF65-F5344CB8AC3E}">
        <p14:creationId xmlns:p14="http://schemas.microsoft.com/office/powerpoint/2010/main" val="7579211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5CDB2-6BC1-4299-A48D-CE0AFD9D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AI HACK 2026 / DATA &amp; 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372B1-F1DA-4484-B1B2-75B0604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377522AD-D5AA-40A9-AF9D-5CFEDD67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生体素材と会話を最小化する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C7288-5D69-4634-977A-8006F0BC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8AF48-1B43-471E-A7C5-A367A96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0888F-2612-49E9-B95E-13748557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3A1F2-CF37-4F60-AC9E-FE0F8520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8D6F8-45B4-4222-87A9-DB027A94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5FDF6-E5C2-43BE-8CD4-EB1EADE4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保存しない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59A37-9EBA-4383-995E-D5B18678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子どもの生音声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89FE8-8DCA-4262-8633-8E45C801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文字起こし後に破棄。デモの技術ログにも残さない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67499-AF34-46EF-A043-F42BD38A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943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F3B90-8BBC-4DCD-9153-D84CDEF1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セッションのみ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719AE-3343-4077-AC95-7674E4A1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認識文と返答本文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82D67-0F4E-4D19-AEDF-8E8F16C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返答生成・画面表示に必要な間だけ保持する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04A84-798B-452E-9F78-47EC5DD0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5943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A6F7C-A322-4C6F-BAF3-39BCB277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保護する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766AA-CCDC-40CE-A39E-5C6BA5B2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15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保護者の顔・声・同意情報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D7B98-9906-4A76-915C-5D0B1685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サーバー側で暗号化・アクセス制御。公開リポジトリへ出さない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8D2A6-76C9-48CC-8C4A-2CE8C91F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10600"/>
            <a:ext cx="5943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795F3-5021-4418-A101-714FFE19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801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記録する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1C7C5-1855-4762-BC12-20494075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匿名技術ログ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C5FB4-350D-4FD6-A4AE-9A2B8C3F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583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requestId / route / model / cost / latency / status / fallback。推奨最大24時間</a:t>
            </a:r>
          </a:p>
        </p:txBody>
      </p:sp>
    </p:spTree>
    <p:extLst>
      <p:ext uri="{BB962C8B-B14F-4D97-AF65-F5344CB8AC3E}">
        <p14:creationId xmlns:p14="http://schemas.microsoft.com/office/powerpoint/2010/main" val="21128103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504255-E6BA-4666-97FC-E05B7913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AI HACK 2026 / API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EDAB6-444F-4905-8AF7-5E5534D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B421B856-BD57-450B-A600-71FE535B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APIは判断と出力を分離する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BD74B-F48B-4807-8BCB-18A49C90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F0D31-CFFD-4800-8E7E-8DFAA6F2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69203-4A66-4534-B21B-7FE8BF41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9DF9A-6CD3-41F8-BAB1-7725591A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E8D71-FE91-477D-9C99-6D6BDE50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D7152-C089-4B67-9E2B-0AC52325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STEP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7A4E4-670A-47B8-912C-581252E7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POST /api/transcriptions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0CE22-D36B-413F-9376-49362EAF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audio → transcript。大人の確認前にOrcaRouterを呼ばない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21BA5-6F25-4D07-9712-6E055794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594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945E4-9B0A-49CD-AE9B-C4FAE589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STEP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C18C6-7021-46F6-8850-176EBF7E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POST /api/responses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66FF5-E2F7-4B9E-83C3-7DAAF731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confirmedTranscript / sessionId / consentId / avatarAssetId → requestId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DB0DB-4176-40B7-8899-4EDFC8FD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594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36E52-9EBD-4870-B017-DADA85E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STEP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5D013-968A-46E5-B6F8-369D988F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GET /api/responses/{requestId}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5EF72-4444-4B2C-B0B6-FAD701B9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94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PENDING / READY / ADULT_HANDOFF / FAILED。READYは3要素の検証完了後のみ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D0B2C-DD51-46B2-9113-F1AB7B1E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10450"/>
            <a:ext cx="5943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0583A-16C2-4468-87B5-79041CF2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771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READY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39F199-5E08-4E63-9441-FFD3D589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962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{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"requestId": "...",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"safetyLevel": "normal",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"supportMode": "comfort",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"emotion": ["loneliness"],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"status": "READY",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"bundle": { "videoUrl": "...", "audioInVideo": true,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            "subtitle": "...", "fallbackLevel": 1 }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2A8C0-B2BE-42BA-A526-5EB2AA5A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C6D05-856E-4EFE-BD44-5620D655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4895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requestIdを冪等キーとして二重生成を防ぐ</a:t>
            </a:r>
          </a:p>
        </p:txBody>
      </p:sp>
    </p:spTree>
    <p:extLst>
      <p:ext uri="{BB962C8B-B14F-4D97-AF65-F5344CB8AC3E}">
        <p14:creationId xmlns:p14="http://schemas.microsoft.com/office/powerpoint/2010/main" val="6469486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9F272E-E97F-4C24-B8F5-5E9A3CFC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AI HACK 2026 / SEQUENCE / SUCCESS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9CC38-0474-462C-B87E-7F223CED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B65127E8-1DFB-45DB-BB4C-58B508CE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通常成功のシーケンス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40E88-63FE-45EB-BA1B-D49AF293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33CEE-2BA3-4B4F-A01D-1C656705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71599-6CD4-4173-A537-14C4AC4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C2639-737C-4A58-B41C-02412B40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E5C97-8C4F-43C0-8836-3C68DA1C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825EE-1EAE-4DB6-ABF3-55E10610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5C5D1-00B7-4FA2-B0AD-B14AAFDD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853D0-D651-4111-878F-9B6745D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EE4DE-83F8-43BF-B667-7505D4FD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443ED-9759-4C57-BDD6-32EF715D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719C9-FEA6-46A3-B322-9478F943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434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64342-B454-45F1-A816-C84FAEA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469A4-6524-4C07-AA0E-A3B9C60A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150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A58EB-A3DA-403D-9CAF-9EEC0683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008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5A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96DD3-990E-4563-9096-B7E31A6E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4866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93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034B8-72DD-472E-BD97-951DD9A8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1724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98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C6675-E544-42F7-B1F8-6DBB0A0C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8582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98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7090F-F392-427F-943C-169A90E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5440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7F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11AB9-17F8-46DE-8E50-778EAD8B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C77A3-CD78-47C7-96EF-D3973E3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子ども・大人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FA09D-2C95-40AA-B0F3-890F2F4D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AD939-2873-4298-9109-948F4E51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スマホUI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E9D4F9-1696-4C00-84AE-A32621E8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3CF32-4AC0-43AA-A0AC-1924FEDC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API・Orca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4961B1-29CA-4DF5-B7F8-B07D868A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96516B-83F3-460F-9015-58813474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音声・動画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F895B-860F-47BB-9695-B2F3E44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EA332F-A850-4D3D-A1DD-EA0138AD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録音・停止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E0ACC-780B-4E65-A371-C437F4B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528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0D55B-637C-40AD-96B1-86F1E024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音声送信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F945BB-E4A3-4626-8526-62C32FE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サーバーSTT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741241-CC6D-4EB6-8AA9-C981EFAC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981BC1-67B8-4102-A236-4A74482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577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認識文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8E853F-F360-4C63-9285-28832C3B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24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A97C33-B83C-4299-941B-071D122A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確認して送信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2DEEC5-AB6D-4A7E-A292-851CFEE5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102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0BFB2-8C4D-4246-9EE2-C97169C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293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確認済み文章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481B84-A3B6-4272-9527-BACE79B7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96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1D5861-EF35-4FD1-AEF7-8D2DAD3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515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安全・支援・感情判定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1971EE-D4A3-4CF8-8AB3-FFF9D335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3818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008082-2FDD-4BCB-BA86-DB17B60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200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返答文→音声→動画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21445C-F6EC-4D92-83AD-F4356137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67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FD5265-54B3-496B-B215-4FAA6CC2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8867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動画・音声 ready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B0F0B4-66C2-42DE-848D-EB2815E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753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D6DEDE-7624-4E36-9249-5CB44ACC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5725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動画URL＋字幕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F80EEF-BB1E-4342-A227-08043E1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4392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FE5C19-51E9-405F-9ECB-F61E1C46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2583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3要素を同時再生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4A034E-76B6-4473-9C76-7B0BB8AE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632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BBDA9A-98B2-4E7C-9CFD-EA2A6336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299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口・表情同期は完成していればLEVEL 1として採用</a:t>
            </a:r>
          </a:p>
        </p:txBody>
      </p:sp>
    </p:spTree>
    <p:extLst>
      <p:ext uri="{BB962C8B-B14F-4D97-AF65-F5344CB8AC3E}">
        <p14:creationId xmlns:p14="http://schemas.microsoft.com/office/powerpoint/2010/main" val="1933625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35955C-1C8D-4DDF-9A31-4CDF098B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AI HACK 2026 / SEQUENCE / FALLBACK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98242-44E5-48C7-B7BF-0656A98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E92C630D-BF0D-4675-A45C-CC69FD61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生成失敗のシーケンス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FCDBD-568E-4B1D-83A5-19FF462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37242-1FAA-4C9A-ACB9-5926877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2DF2E-E130-4DF5-AE6F-7070D2FB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113C1-31B2-4251-9367-35E7B61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C7F29-1CDE-4448-B729-919FEA7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CEE22-6948-4368-A13B-56CB681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B0362-1A7C-4674-B917-84383E45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508B4-3526-4967-AADA-2EBAADDF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EB9C9-2713-4682-BD50-805F85A8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718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794E2-8B12-4D3C-A831-D4C56C8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98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73A54-E48E-4E69-8B34-DF4243FA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434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93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E032C-CC20-4956-91A9-1FA9DB4F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292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4B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89F46-D3D9-47FF-AE03-D5FECD8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15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93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B111A-EB64-4C75-B5EE-60C7F5F4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008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7F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2FE90-90DA-4FFE-B238-48293A9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866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4B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ABDE0-370F-46DD-91BC-A96505C5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1724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98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0F588-995B-4E85-8F79-4C1CD60D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858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49D15-65A6-4512-825C-74CBA9F0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2AB0B-8D5F-453D-ABD4-0DBF2CF5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スマホUI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12736-8FA8-4CED-83AE-F1243E34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C7D1B-73FF-4D5A-B570-33FB28D7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A37B4-F453-4D79-A649-84D2FEDB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3B651-D3DC-44AD-9E58-A177C416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音声生成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AF0CF-2746-4E57-8FAE-A39875E3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81F9F-9B7F-40EF-8C42-9ECA9B2C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動画生成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4FC32-ADB6-4FF2-9958-3159132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3A02B8-DACC-4941-8CCE-D825E0E9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86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返答文で音声生成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34AED1-9D6F-4657-8962-ED7BFC44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528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B4588A-B410-415C-9DC9-45FB619F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音声 ready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2BCA3C-54EF-49CF-8868-7FDA846C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7A5B78-0D98-4723-9E0A-1769B563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顔＋音声で動画生成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BE68EF-CEFD-4BA6-A311-F642BAEF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24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BABC1E-07BE-41C8-8F91-AF2809BD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失敗または30秒超過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EBBDF8-3D56-4281-8ABA-595DC1D8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102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96E788-0287-42FC-896D-D4B9D231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293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LEVEL 2を確認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2E18C4-0674-4B14-9FF4-7B4E4431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96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37AE35-9FB7-42BD-A537-D70984F3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15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事前動画＋字幕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D2A012-9028-4FC8-9369-FAB58B1A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3818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89849D-7206-463E-AD37-0777B8C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200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再生不可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D778E3-10BC-4FA8-B5FE-A6C1F9A0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067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BFB93E-9114-409A-888D-7A7F84D9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8867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静止画＋音声＋字幕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DD26C9-A48C-4DEF-88C3-C32606D7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753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1A3EE5-66FC-4D28-9250-F147F6D6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5725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fallback記録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FE2D4C-69F6-4D0E-AFB6-0F23C4B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632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B5E2C3-DB91-4A18-A73B-3B31F38C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299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生成失敗を子どもの責任に見える文言で伝えない</a:t>
            </a:r>
          </a:p>
        </p:txBody>
      </p:sp>
    </p:spTree>
    <p:extLst>
      <p:ext uri="{BB962C8B-B14F-4D97-AF65-F5344CB8AC3E}">
        <p14:creationId xmlns:p14="http://schemas.microsoft.com/office/powerpoint/2010/main" val="2961329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9DCCFE-2CDC-462B-AB6E-FACF1303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AI HACK 2026 / SEQUENCE /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8104A-4B10-4BA4-85B3-8F3B3342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3" name="title-20">
            <a:extLst xmlns:a="http://schemas.openxmlformats.org/drawingml/2006/main">
              <a:ext uri="{FF2B5EF4-FFF2-40B4-BE49-F238E27FC236}">
                <a16:creationId xmlns:a16="http://schemas.microsoft.com/office/drawing/2014/main" id="{26030F82-EDE7-457D-83D3-EDA48702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安全対応シーケンス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25441-3DAB-4EF9-8B96-49B23A59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E0301-25E7-40BD-AE42-EEC387C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1AA1B-4C07-4DA7-9762-2B451E36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1B3C6-0102-4B64-8B47-B0E3A4D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70884-B8C7-4701-AF11-8685FF0D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A274C-F783-4433-9694-647575E1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D90CF-DACB-47CF-9B8B-4C6A28DF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D41DE-01AF-4637-A74D-8CA9699E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0" cy="725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A6DC1-DD29-411C-A023-0549DFC4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01AFF-893A-4EF0-A28B-24A62B4F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E8334-D59E-47B1-8553-F0A6266F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4B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63A5C-F483-40EB-B93E-F0B84D15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29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4B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AD4E6-A720-45D4-BC7C-BC20DB42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150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4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113FA-631F-4ECC-B68C-425F1D99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8008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4B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27D43-A371-4708-AF0A-B34EF885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866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7F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4C7DC-0A76-45B7-A8FC-D27FDED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172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ED2F0-584A-42BD-8F1A-894B7A06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55D39-AEBA-4413-8508-03965882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子ども・大人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7C425-9593-495F-B14F-8D848CF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B09FD-078F-46AF-8D72-92F71C8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スマホUI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5B895-7162-406B-994B-B9B29EFF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54431-D10D-4354-843D-C93077B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API・Orca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CD9EAC-D6E1-4E4A-85E1-B5D967A3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BF7E7-4DF9-4071-945A-E843497A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050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動画生成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45B1F9-A03D-47D0-961C-A5B341B5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E665D7-B6A4-4BA9-9F72-1E604331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音声入力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83B359-6DFA-49EF-8EFA-3C0FE241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528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00EFA-E00E-4E6A-81C6-1502007A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確認済み文章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D5C4B9-1A95-417A-B86C-9AB22DBF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3D83A-3BC1-4A5E-B612-D57840C3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安全判定を先に実行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D42527-24B6-4E0B-BC08-10D4A82E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24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9E078-A393-47BE-8BBD-5FC152E1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435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adult_required / urgent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F786EB-9849-446C-8313-F6A79FDF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0102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14CAAA-541D-4943-9F8F-049C5B65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293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動画API非呼出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F2204-5F9C-4DD5-8184-6BF5BD7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696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DB51AC-C192-4B6F-82E6-8F25B69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15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大人への相談案内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1C2680-C126-47E1-A0D0-D3104E9F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818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17B8C-15C5-414B-8055-34D62BE4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200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同席大人と確認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46D84D-A99F-412B-8FD2-79AAD3EF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67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3C2F4D-F4DA-4A80-ADC0-42F6826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8867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要確認状態を匿名記録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79F784-22C7-4948-803E-6349047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632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7159BE-D8B1-4609-9493-2AD8FA5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299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保護者風の顔・声・通常返信は出さない</a:t>
            </a:r>
          </a:p>
        </p:txBody>
      </p:sp>
    </p:spTree>
    <p:extLst>
      <p:ext uri="{BB962C8B-B14F-4D97-AF65-F5344CB8AC3E}">
        <p14:creationId xmlns:p14="http://schemas.microsoft.com/office/powerpoint/2010/main" val="5174492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BC9D72-AEE5-45AE-B306-C3A5C94B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AI HACK 2026 / FRONTEND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81354-BCE7-40FC-AE11-A97FCD8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3" name="title-21">
            <a:extLst xmlns:a="http://schemas.openxmlformats.org/drawingml/2006/main">
              <a:ext uri="{FF2B5EF4-FFF2-40B4-BE49-F238E27FC236}">
                <a16:creationId xmlns:a16="http://schemas.microsoft.com/office/drawing/2014/main" id="{3E90FE5E-CCA2-4FF2-B457-504D1FA3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フロントエンド必須要件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A534C-C791-4F6E-98B0-FE37127A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8551F-7B7B-4095-B858-AE8F27CE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C49CD-9DFB-453D-BAA5-CAA80F4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84508-EB09-49C7-A611-15CFE6B2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C2184-4262-431A-B051-72D78C63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5FBE7-DA85-4BD6-B8DD-A672CE2D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FE-01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A5B82-B1A0-4BCB-A61C-3C9CF33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大人が録音開始・停止・再録音できる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796D3-A792-4BCF-8906-79D58974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147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EB9A6-DE8A-4BD6-8901-CC75F89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48505-E4ED-4935-9BA0-3D4C2674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FE-02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43BDC-D35E-4282-88DF-2473BA2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671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STT認識文を確認してから送信できる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077FA-4761-421A-8DD0-4AB9BF4C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8181F-F36F-4692-929B-335904C4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ECC39-8A8A-4793-89A2-AF2671D3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FE-03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D3376-97CE-45E7-B163-05C0BC1B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529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待機中に安心できる短い文言を固定表示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5A7F4-E080-4AF0-A211-FF39E1E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95AAF-4662-4D1B-BE15-F9886F2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962FB-FB8A-45CC-AAB7-00D939D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FE-04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B16EB-6FB4-4D1D-99C6-76DA8A81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388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動画・動画内音声・字幕を同時再生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EE1AD-8325-4FE0-8808-BD6F13F1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5722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74543-B1BC-4D61-B4D1-C5E888C4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81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4E3C3-4BD9-476D-BD10-832AAF0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437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FE-05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58D47-C8F4-4032-BDE0-AE4CB450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7246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生成・事前動画・静止画を表示上区別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7B9E3-1215-48BD-8497-20DD0D9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6581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F2981-AEA5-4527-A33A-6B03CE0D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4346D-405B-4566-95CF-64BB8007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295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FE-06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2611D-DA27-4739-BA84-C59B4E80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8105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安全対応を通常返答と明確に区別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853F8-20C1-40C0-839F-75B1507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7439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3AC10D-4BF1-489A-B402-9156C880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A98091-EC40-46C8-9100-26C3FE2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FE-07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A8DAD6-7211-4D5C-9837-78389955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89635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スマホ縦向き・片手操作・二重送信防止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6EECBE-B1D3-48C0-B46A-9702072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E77190-4574-41DE-BE6E-A87366D4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537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子ども向け画面へAPIキー・技術ログを出さない</a:t>
            </a:r>
          </a:p>
        </p:txBody>
      </p:sp>
    </p:spTree>
    <p:extLst>
      <p:ext uri="{BB962C8B-B14F-4D97-AF65-F5344CB8AC3E}">
        <p14:creationId xmlns:p14="http://schemas.microsoft.com/office/powerpoint/2010/main" val="3709330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6A15BA-48FA-4A5C-82AF-469CE4A0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AI HACK 2026 / BACKEND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2127A-E775-4792-B476-42E7F9B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3" name="title-22">
            <a:extLst xmlns:a="http://schemas.openxmlformats.org/drawingml/2006/main">
              <a:ext uri="{FF2B5EF4-FFF2-40B4-BE49-F238E27FC236}">
                <a16:creationId xmlns:a16="http://schemas.microsoft.com/office/drawing/2014/main" id="{520C730E-F3C5-4193-8A8D-5696A489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バックエンド必須要件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AAB9D-F719-49CF-9697-85B96B68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9CEC0-05A4-44CE-B47D-D90996A7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37765-EB65-42FD-B93A-CB0F79AE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2C2E6-CDF4-421D-828A-8ADA65B9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2911A-A112-4EB4-A8AF-1596DC41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FC2D8-A733-4724-A43F-52083660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BE-01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D3985-3AD3-446E-A44B-F2142AD7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241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サーバーSTTと認識失敗コードを実装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9218D-F97B-4851-ABE1-E19C0E26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62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A65B6-A1E1-4EDC-9A28-F2740B0C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86C9B-471E-471F-A4AC-1DA0CD79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BE-02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72D31-DA21-4BE4-8993-5FF26C60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147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OrcaRouterを分類・返答処理で実利用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859E7-9A53-47F9-9FB4-71660914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ECEA3-87A0-4F29-9A92-6129E323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925FB-6F30-4C20-B011-96A2AE85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BE-03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3BA43-C01C-4023-8096-EFE59DC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053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安全度・支援・感情を構造化して返す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27CDA-F23B-4DFA-8680-AA60B461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EEA76-2961-4D65-AD16-2236E925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24A0F-73FE-4CF7-9C21-4864B5EE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BE-04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EE2A6-9578-4896-9C88-C907B2ED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consentIdと素材IDを生成前に検証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7864D-7FF9-4432-A987-AA349272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341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1D545-CFA0-4BFC-ADA5-5FA99523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605B8-354A-4872-8CBD-99E149BB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055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BE-05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5CA70-1C03-414F-B236-5CE7362E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865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音声生成後に動画生成へ渡す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276EF-383F-4842-9C7A-E87DD8D6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247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D92573-C077-45E8-B2E7-B67D6CD1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E5B597-F314-4451-AD5F-23113262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96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BE-06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BC4F0-4B66-49C7-9DE3-34015D7D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2771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30秒上限とLEVEL 1〜4の縮退を実装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607EF8-058B-41EA-8597-9CA39473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115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EFE142-3775-42DB-A9D9-D1E8FB4F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24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BA159A-BEF6-48E1-B21A-34415725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86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BE-07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5F658-860E-4B18-8686-425BCB7E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2677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安全・判定不能では生成APIを呼ばない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43C31D-1B22-46C5-82D3-58B97CA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1059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53F3B-FBFD-4FBC-9499-5F74B661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15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6D58E2-B192-46CE-A5A4-638440EC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773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BE-08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86A9C8-0A9D-4FDF-947D-7BE58D8C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2583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匿名技術ログとrequestId冪等性を実装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98925C-0A80-4664-ABFD-F050361F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6FE0A2-EB33-4F55-AC7F-8C08981A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4895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リアルタイム口・表情同期はShould要件</a:t>
            </a:r>
          </a:p>
        </p:txBody>
      </p:sp>
    </p:spTree>
    <p:extLst>
      <p:ext uri="{BB962C8B-B14F-4D97-AF65-F5344CB8AC3E}">
        <p14:creationId xmlns:p14="http://schemas.microsoft.com/office/powerpoint/2010/main" val="20462540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8CFAF-ACF8-4FDB-B326-22EBBB28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AI HACK 2026 /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94113-8423-40C2-B72F-FEE9A76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3" name="title-23">
            <a:extLst xmlns:a="http://schemas.openxmlformats.org/drawingml/2006/main">
              <a:ext uri="{FF2B5EF4-FFF2-40B4-BE49-F238E27FC236}">
                <a16:creationId xmlns:a16="http://schemas.microsoft.com/office/drawing/2014/main" id="{4B7DB539-C71F-4C41-9696-FC05BD92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3シナリオで受け入れる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6EF76-82F4-4C65-BCED-59571AA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0DCBE-85C8-41CE-BC8B-F31686E8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DE3A3-9AA3-48D5-AB33-52424A7E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22327-2269-4FC1-A959-F8E58879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8595C-61FE-4FE6-94E1-ECFB3C41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36CA1-E4E3-40B2-BAA6-230E21D0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DEMO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17B12-57A4-4E46-923A-0F38CF0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通常成功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4170A-C04F-4265-A970-BCA1855E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録音→STT確認→comfort等の判定→動画・音声・字幕を同時再生→ログ確認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2F50-670E-4233-BFFF-951D422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59436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30AAF-A4CC-45ED-8E9E-0A89DB85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DEMO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5038C-EAB3-47A6-A03C-DC9EC4D6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生成失敗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26543-EBA6-4812-A69E-C1BB8811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動画生成を失敗またはタイムアウトさせ、事前動画または静止画＋音声＋字幕で完走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EE738-D090-465A-9B21-DE66E69E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86550"/>
            <a:ext cx="59436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6F18A-AFC0-42F4-93E4-192D0284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7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DEMO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F6E04-AFEC-4B27-B906-EFADC06D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9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安全対応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69AA4-C592-4C58-84FB-C75AC272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343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危険入力→保護者アバター非表示→同席大人への案内→動画API非呼び出しを確認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93AD2-DE47-4292-8D0B-63213934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10650"/>
            <a:ext cx="5943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C598D-45EB-48DC-A7BC-7BD5EE4B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09866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09866"/>
                </a:solidFill>
                <a:latin typeface="Yu Gothic"/>
                <a:ea typeface="Yu Gothic"/>
                <a:cs typeface="Yu Gothic"/>
              </a:rPr>
              <a:t>共通合格条件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79E61-1313-42A2-BDF3-6EE6905D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表示崩れ・二重送信・前回状態の残留なし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同意なし・判定不能は大人へ／字幕欠落はREADYにしない</a:t>
            </a:r>
          </a:p>
        </p:txBody>
      </p:sp>
    </p:spTree>
    <p:extLst>
      <p:ext uri="{BB962C8B-B14F-4D97-AF65-F5344CB8AC3E}">
        <p14:creationId xmlns:p14="http://schemas.microsoft.com/office/powerpoint/2010/main" val="20896596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6D247-97EA-42EE-8217-C8ECF4AD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AI HACK 2026 / SCOPE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2BA9F-73DC-4064-93A4-D855BCC5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3" name="title-24">
            <a:extLst xmlns:a="http://schemas.openxmlformats.org/drawingml/2006/main">
              <a:ext uri="{FF2B5EF4-FFF2-40B4-BE49-F238E27FC236}">
                <a16:creationId xmlns:a16="http://schemas.microsoft.com/office/drawing/2014/main" id="{48678873-ED1E-42DB-A109-2A3A197B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MVPの線をここで確定する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63AB1-9CE6-4ED2-8174-562255CA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B03D3-8EC1-4300-B2DF-4EAD1734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F6235-F636-424A-A186-996DC3D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21832-536A-4D80-908F-8A7A2402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27B88-BAC2-41CB-964B-B382AF6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B75BB-BFD6-49F4-AF8A-CF6440B5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MUST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1C7F5-FE3F-42E4-9260-DB628AE4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33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動画・音声・字幕の同時提示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2B327-62AE-43A7-A329-ACFE597A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通常の安全な返答で、保護者AIアバターを1つの完成した返答として再生する。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0BA9D-6707-4FD4-9345-4BD773A8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1366B-93C3-4FDB-BD71-D8B2C5F6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MUST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DAE51-7E58-43C1-97EC-55FC1DC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38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E4B4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E4B4B"/>
                </a:solidFill>
                <a:latin typeface="Yu Gothic"/>
                <a:ea typeface="Yu Gothic"/>
                <a:cs typeface="Yu Gothic"/>
              </a:rPr>
              <a:t>安全・同意・フォールバック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9EA2E-0E68-423F-A984-213C9FB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149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安全時はなりきらない。生成失敗でも事前動画または静止画で完走する。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420A1-BB24-4D7F-A20D-55366E4D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312F8-C723-47C1-AD5D-C6299357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SHOULD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47F17-5A3C-4CA1-B65A-D5289989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43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口・表情の音声同期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85956-ECC9-44F9-A765-672C797A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8199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締切までに安定すれば主デモへ採用。未実装でもMVP合格とする。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8C21B-87FC-4313-BB76-43805D7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58150"/>
            <a:ext cx="5943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35D33-832E-4E82-A4CB-CC207473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67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FBAA7-FCB8-4AB9-8918-9F77EF5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248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6E5AC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6E5AC7"/>
                </a:solidFill>
                <a:latin typeface="Yu Gothic"/>
                <a:ea typeface="Yu Gothic"/>
                <a:cs typeface="Yu Gothic"/>
              </a:rPr>
              <a:t>低遅延・リアルタイム同期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3EE01-4844-4284-970C-CF8DEA62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7249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ストリーミングアバター、保護者確認画面、家庭ごとの長期最適化は次期開発。</a:t>
            </a:r>
          </a:p>
        </p:txBody>
      </p:sp>
    </p:spTree>
    <p:extLst>
      <p:ext uri="{BB962C8B-B14F-4D97-AF65-F5344CB8AC3E}">
        <p14:creationId xmlns:p14="http://schemas.microsoft.com/office/powerpoint/2010/main" val="18054596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C9BA9B-B66E-4E7B-947E-37553431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AI HACK 2026 / OPEN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460D0-0158-4245-9F51-BA0994A2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3" name="title-25">
            <a:extLst xmlns:a="http://schemas.openxmlformats.org/drawingml/2006/main">
              <a:ext uri="{FF2B5EF4-FFF2-40B4-BE49-F238E27FC236}">
                <a16:creationId xmlns:a16="http://schemas.microsoft.com/office/drawing/2014/main" id="{065BA551-9C0F-4C65-837A-455F3C9D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実装前に決める6項目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5DECC-2190-4FF0-B9B8-909103F6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48E8-F417-4782-A86E-55FC53A8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7CA6D-2700-45BD-9716-A4CE4DEF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AABB0-2BB5-4105-9556-C29874F2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C33B4-5420-44D7-9320-B6A77973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E0911-1DD3-4A7A-BE6B-08601B7E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Q-01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7A330-E759-4DF4-8603-564A1A83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音声生成サービスと対応言語・同意条件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68C8A-85D3-4CAE-9B87-EF89DE14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132DC-9279-412B-8A03-3262F56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46328-13A3-4165-B7C0-DE8FA1CB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Q-02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356C6-B6A0-4A2B-82F1-D92FACA7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957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動画生成／リップシンクサービス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6AFCF-CC98-4FC9-B904-50652304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006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60E8D-DB93-42B0-A97F-F9EB49A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8632E-0A1D-4932-8771-8EB2EC26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Q-03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1F01F-FCC8-4BB9-8502-EE4BDEC3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デモ用の本人同意済み素材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27702-08AA-47D0-9C80-215CFFB7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579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11D43-1F24-4665-9CA1-B90E33B8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76573-6092-4699-BC75-F3CD8385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293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Q-04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4652E-302D-4D3A-B795-64335348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103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15秒・30秒・24時間の推奨値承認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C9D98-F831-433D-8CFA-C68943D9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3152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2E8F2-7F48-47AC-AF99-48DEFBFE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B6AF0-E007-474E-9060-A8B684A2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86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Q-05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F77BD-4A83-4D33-96F9-A8C57BEC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676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通常デモで使うsupportModeと台詞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1E6D8-89DE-4ECD-9F6D-ED7F06DC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984E65-448E-4C37-A510-5056D86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82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015157-A732-423C-B22A-7DCDA984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439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Q-06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B957EE-D0D1-4B98-BFD7-C201B0E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7249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子ども向け説明文と大人向け表示文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7575BC-C674-48EA-83C7-9B9F508D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346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529777-D758-4DDF-B2F5-DE8E094D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013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E9300"/>
                </a:solidFill>
                <a:latin typeface="Yu Gothic"/>
                <a:ea typeface="Yu Gothic"/>
                <a:cs typeface="Yu Gothic"/>
              </a:rPr>
              <a:t>未決でも固定素材でエンドツーエンドを先に完成</a:t>
            </a:r>
          </a:p>
        </p:txBody>
      </p:sp>
    </p:spTree>
    <p:extLst>
      <p:ext uri="{BB962C8B-B14F-4D97-AF65-F5344CB8AC3E}">
        <p14:creationId xmlns:p14="http://schemas.microsoft.com/office/powerpoint/2010/main" val="12345796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743DC-7CFD-4763-8861-66177E0C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AI HACK 2026 /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FF17C-D729-45C8-81E0-9D05DF5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3" name="title-26">
            <a:extLst xmlns:a="http://schemas.openxmlformats.org/drawingml/2006/main">
              <a:ext uri="{FF2B5EF4-FFF2-40B4-BE49-F238E27FC236}">
                <a16:creationId xmlns:a16="http://schemas.microsoft.com/office/drawing/2014/main" id="{98351238-E286-47E9-B407-4B31C0E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参考にした専門・参加資料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0629F-D80D-4181-A3CE-8F86157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BF3ED-6F5D-4219-925A-00B35EEF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C959C-592A-4AC3-9331-DAE7DFA8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保護者AIメッセージ 統合詳細要件 / 2026-08-14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E0EF8-4D8D-463B-BF73-951EDDF7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E89F1-B905-42EB-A699-46535EE0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UNICEF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8E42B-9D0C-4997-AA1A-7A1FE7D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Guidance on AI and Children 3.0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E4E31-FB0A-41AA-9B5A-3235CE89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https://www.unicef.org/innocenti/reports/policy-guidance-ai-children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AC64C-923E-4D62-BA91-F2D95B2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2DD07-D67D-437E-9AE0-4A58277A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American Academy of Pediatrics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960B8-D989-433F-93CA-9078162C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Emotion coaching / child stress guidance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3E824-C7F9-4AED-91C1-B15DD186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https://www.healthychildren.org/English/healthy-living/emotional-wellness/Building-Resilience/Pages/healthy-mental-and-emotional-development-in-children-key-building-blocks.aspx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272EB-FF71-4BAC-B99D-D5890B11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B494F-562B-41E8-90E3-52BE8CD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Harvard Center on the Developing Child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D24E7-FC15-4DC1-959F-A91A368B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Responsive relationships and child development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62477-151F-4DD6-B114-0AB38A78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https://developingchild.harvard.edu/resources/report/three-principles-to-improve-outcomes-for-children-and-families/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327D9-053D-4E67-A247-1F4B063B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E1556-D5F6-4410-B7E9-F7EEFEB7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5CD27-5F8C-406D-924A-1FB37860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819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OrcaRouterスポンサー資料・参加要件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667A5-4D72-47EA-AA84-9FCB260B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819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参考/【最新】AI_HACK2026_OrcaRouter_deck_v2.pdf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87F01-904D-4B24-8A63-BD03799A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915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C7112-4A1B-4DB3-810F-54900829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011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324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8324A"/>
                </a:solidFill>
                <a:latin typeface="Yu Gothic"/>
                <a:ea typeface="Yu Gothic"/>
                <a:cs typeface="Yu Gothic"/>
              </a:rPr>
              <a:t>プロジェクト正本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156E7-8684-451F-9AB6-648E18D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8210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1A1D"/>
                </a:solidFill>
                <a:latin typeface="Yu Gothic"/>
                <a:ea typeface="Yu Gothic"/>
                <a:cs typeface="Yu Gothic"/>
              </a:rPr>
              <a:t>README・PRD・レビュー要件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49E42F-451D-4DCF-A086-63D717BE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821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37F"/>
                </a:solidFill>
                <a:latin typeface="Yu Gothic"/>
                <a:ea typeface="Yu Gothic"/>
                <a:cs typeface="Yu Gothic"/>
              </a:rPr>
              <a:t>README.md / docs/hackathon-build/prd.md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BD11C-2F50-4F61-93FC-E2E28545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94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F7311-2F9F-475B-9032-2F3F8C0E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5370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57FF0"/>
                </a:solidFill>
                <a:latin typeface="Yu Gothic"/>
                <a:ea typeface="Yu Gothic"/>
                <a:cs typeface="Yu Gothic"/>
              </a:rPr>
              <a:t>この26ページを最新要件の正本として共有する</a:t>
            </a:r>
          </a:p>
        </p:txBody>
      </p:sp>
    </p:spTree>
    <p:extLst>
      <p:ext uri="{BB962C8B-B14F-4D97-AF65-F5344CB8AC3E}">
        <p14:creationId xmlns:p14="http://schemas.microsoft.com/office/powerpoint/2010/main" val="1098217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2026-08-13T15:20:43.8840000Z</dcterms:created>
  <dcterms:modified xsi:type="dcterms:W3CDTF">2026-08-13T15:20:43.8840000Z</dcterms:modified>
</coreProperties>
</file>